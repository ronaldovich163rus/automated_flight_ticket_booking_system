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7"/>
  </p:notesMasterIdLst>
  <p:sldIdLst>
    <p:sldId id="256" r:id="rId2"/>
    <p:sldId id="321" r:id="rId3"/>
    <p:sldId id="259" r:id="rId4"/>
    <p:sldId id="260" r:id="rId5"/>
    <p:sldId id="261" r:id="rId6"/>
    <p:sldId id="268" r:id="rId7"/>
    <p:sldId id="319" r:id="rId8"/>
    <p:sldId id="320" r:id="rId9"/>
    <p:sldId id="312" r:id="rId10"/>
    <p:sldId id="297" r:id="rId11"/>
    <p:sldId id="303" r:id="rId12"/>
    <p:sldId id="304" r:id="rId13"/>
    <p:sldId id="305" r:id="rId14"/>
    <p:sldId id="316" r:id="rId15"/>
    <p:sldId id="308" r:id="rId16"/>
    <p:sldId id="317" r:id="rId17"/>
    <p:sldId id="318" r:id="rId18"/>
    <p:sldId id="263" r:id="rId19"/>
    <p:sldId id="299" r:id="rId20"/>
    <p:sldId id="300" r:id="rId21"/>
    <p:sldId id="301" r:id="rId22"/>
    <p:sldId id="302" r:id="rId23"/>
    <p:sldId id="273" r:id="rId24"/>
    <p:sldId id="262" r:id="rId25"/>
    <p:sldId id="298" r:id="rId26"/>
  </p:sldIdLst>
  <p:sldSz cx="9144000" cy="5143500" type="screen16x9"/>
  <p:notesSz cx="6858000" cy="9144000"/>
  <p:embeddedFontLst>
    <p:embeddedFont>
      <p:font typeface="Aboreto" panose="020B0604020202020204" charset="0"/>
      <p:regular r:id="rId28"/>
    </p:embeddedFont>
    <p:embeddedFont>
      <p:font typeface="DM Sans" pitchFamily="2" charset="0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3728"/>
    <a:srgbClr val="35666D"/>
    <a:srgbClr val="9B5521"/>
    <a:srgbClr val="E77B19"/>
    <a:srgbClr val="0038A5"/>
    <a:srgbClr val="60C2F8"/>
    <a:srgbClr val="5C0531"/>
    <a:srgbClr val="010101"/>
    <a:srgbClr val="071B79"/>
    <a:srgbClr val="FF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DA2517-C376-48D8-B685-6BCE3253EDDB}">
  <a:tblStyle styleId="{F4DA2517-C376-48D8-B685-6BCE3253ED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C43C2A5-E20B-4A35-9D22-F3FD5F1C6B8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9"/>
    <p:restoredTop sz="94650"/>
  </p:normalViewPr>
  <p:slideViewPr>
    <p:cSldViewPr snapToGrid="0">
      <p:cViewPr varScale="1">
        <p:scale>
          <a:sx n="107" d="100"/>
          <a:sy n="107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00b790250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00b790250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8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fe20334ab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fe20334ab6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024eee3c3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024eee3c3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1fe20334ab6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1fe20334ab6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00b790250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00b790250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00b790250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00b790250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061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00b790250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00b790250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20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fe20334ab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fe20334ab6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895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00b790250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00b790250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477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fe20334ab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fe20334ab6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561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00b790250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00b790250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00b790250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00b790250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2375" y="556600"/>
            <a:ext cx="5616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2375" y="2596209"/>
            <a:ext cx="42414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715289" y="539500"/>
            <a:ext cx="7138181" cy="4064478"/>
          </a:xfrm>
          <a:custGeom>
            <a:avLst/>
            <a:gdLst/>
            <a:ahLst/>
            <a:cxnLst/>
            <a:rect l="l" t="t" r="r" b="b"/>
            <a:pathLst>
              <a:path w="59496" h="33877" extrusionOk="0">
                <a:moveTo>
                  <a:pt x="20360" y="1"/>
                </a:moveTo>
                <a:lnTo>
                  <a:pt x="20360" y="11760"/>
                </a:lnTo>
                <a:lnTo>
                  <a:pt x="19660" y="11760"/>
                </a:lnTo>
                <a:lnTo>
                  <a:pt x="19660" y="6316"/>
                </a:lnTo>
                <a:lnTo>
                  <a:pt x="18603" y="6316"/>
                </a:lnTo>
                <a:lnTo>
                  <a:pt x="18603" y="1401"/>
                </a:lnTo>
                <a:lnTo>
                  <a:pt x="15789" y="1401"/>
                </a:lnTo>
                <a:lnTo>
                  <a:pt x="15789" y="6316"/>
                </a:lnTo>
                <a:lnTo>
                  <a:pt x="14745" y="6316"/>
                </a:lnTo>
                <a:lnTo>
                  <a:pt x="14745" y="11760"/>
                </a:lnTo>
                <a:lnTo>
                  <a:pt x="13516" y="11760"/>
                </a:lnTo>
                <a:lnTo>
                  <a:pt x="13516" y="18960"/>
                </a:lnTo>
                <a:lnTo>
                  <a:pt x="0" y="18960"/>
                </a:lnTo>
                <a:lnTo>
                  <a:pt x="0" y="33877"/>
                </a:lnTo>
                <a:lnTo>
                  <a:pt x="59496" y="33877"/>
                </a:lnTo>
                <a:lnTo>
                  <a:pt x="59496" y="23691"/>
                </a:lnTo>
                <a:lnTo>
                  <a:pt x="47036" y="23691"/>
                </a:lnTo>
                <a:lnTo>
                  <a:pt x="47036" y="11760"/>
                </a:lnTo>
                <a:lnTo>
                  <a:pt x="34749" y="11760"/>
                </a:lnTo>
                <a:lnTo>
                  <a:pt x="347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5" y="1431625"/>
            <a:ext cx="4094400" cy="16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5" y="539488"/>
            <a:ext cx="11931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703152" y="539500"/>
            <a:ext cx="7138181" cy="4064478"/>
          </a:xfrm>
          <a:custGeom>
            <a:avLst/>
            <a:gdLst/>
            <a:ahLst/>
            <a:cxnLst/>
            <a:rect l="l" t="t" r="r" b="b"/>
            <a:pathLst>
              <a:path w="59496" h="33877" extrusionOk="0">
                <a:moveTo>
                  <a:pt x="20360" y="1"/>
                </a:moveTo>
                <a:lnTo>
                  <a:pt x="20360" y="11760"/>
                </a:lnTo>
                <a:lnTo>
                  <a:pt x="19660" y="11760"/>
                </a:lnTo>
                <a:lnTo>
                  <a:pt x="19660" y="6316"/>
                </a:lnTo>
                <a:lnTo>
                  <a:pt x="18603" y="6316"/>
                </a:lnTo>
                <a:lnTo>
                  <a:pt x="18603" y="1401"/>
                </a:lnTo>
                <a:lnTo>
                  <a:pt x="15789" y="1401"/>
                </a:lnTo>
                <a:lnTo>
                  <a:pt x="15789" y="6316"/>
                </a:lnTo>
                <a:lnTo>
                  <a:pt x="14745" y="6316"/>
                </a:lnTo>
                <a:lnTo>
                  <a:pt x="14745" y="11760"/>
                </a:lnTo>
                <a:lnTo>
                  <a:pt x="13516" y="11760"/>
                </a:lnTo>
                <a:lnTo>
                  <a:pt x="13516" y="18960"/>
                </a:lnTo>
                <a:lnTo>
                  <a:pt x="0" y="18960"/>
                </a:lnTo>
                <a:lnTo>
                  <a:pt x="0" y="33877"/>
                </a:lnTo>
                <a:lnTo>
                  <a:pt x="59496" y="33877"/>
                </a:lnTo>
                <a:lnTo>
                  <a:pt x="59496" y="23691"/>
                </a:lnTo>
                <a:lnTo>
                  <a:pt x="47036" y="23691"/>
                </a:lnTo>
                <a:lnTo>
                  <a:pt x="47036" y="11760"/>
                </a:lnTo>
                <a:lnTo>
                  <a:pt x="34749" y="11760"/>
                </a:lnTo>
                <a:lnTo>
                  <a:pt x="347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4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 flipH="1">
            <a:off x="-1107008" y="2084345"/>
            <a:ext cx="1747794" cy="2788668"/>
            <a:chOff x="5125350" y="3487525"/>
            <a:chExt cx="530825" cy="846950"/>
          </a:xfrm>
        </p:grpSpPr>
        <p:sp>
          <p:nvSpPr>
            <p:cNvPr id="22" name="Google Shape;22;p4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flipH="1">
              <a:off x="5156075" y="3646756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5182175" y="3523881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4"/>
          <p:cNvGrpSpPr/>
          <p:nvPr/>
        </p:nvGrpSpPr>
        <p:grpSpPr>
          <a:xfrm flipH="1">
            <a:off x="7686559" y="77853"/>
            <a:ext cx="1217250" cy="461637"/>
            <a:chOff x="3682500" y="238150"/>
            <a:chExt cx="3697600" cy="1402300"/>
          </a:xfrm>
        </p:grpSpPr>
        <p:sp>
          <p:nvSpPr>
            <p:cNvPr id="27" name="Google Shape;27;p4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730050" y="2639474"/>
            <a:ext cx="2765400" cy="14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5648471" y="2639474"/>
            <a:ext cx="2765400" cy="14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3"/>
          </p:nvPr>
        </p:nvSpPr>
        <p:spPr>
          <a:xfrm>
            <a:off x="737757" y="2146475"/>
            <a:ext cx="27654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4"/>
          </p:nvPr>
        </p:nvSpPr>
        <p:spPr>
          <a:xfrm>
            <a:off x="5656170" y="2146475"/>
            <a:ext cx="27654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7"/>
          <p:cNvGrpSpPr/>
          <p:nvPr/>
        </p:nvGrpSpPr>
        <p:grpSpPr>
          <a:xfrm>
            <a:off x="8421616" y="2903924"/>
            <a:ext cx="1234115" cy="1969074"/>
            <a:chOff x="5125350" y="3487525"/>
            <a:chExt cx="530825" cy="846950"/>
          </a:xfrm>
        </p:grpSpPr>
        <p:sp>
          <p:nvSpPr>
            <p:cNvPr id="144" name="Google Shape;144;p7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 flipH="1">
              <a:off x="5156075" y="3645425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182175" y="3522550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3986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722375" y="1556375"/>
            <a:ext cx="3986100" cy="18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7"/>
          <p:cNvSpPr>
            <a:spLocks noGrp="1"/>
          </p:cNvSpPr>
          <p:nvPr>
            <p:ph type="pic" idx="2"/>
          </p:nvPr>
        </p:nvSpPr>
        <p:spPr>
          <a:xfrm>
            <a:off x="5326700" y="-9075"/>
            <a:ext cx="3204300" cy="4883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1" name="Google Shape;151;p7"/>
          <p:cNvGrpSpPr/>
          <p:nvPr/>
        </p:nvGrpSpPr>
        <p:grpSpPr>
          <a:xfrm>
            <a:off x="140120" y="3858328"/>
            <a:ext cx="485832" cy="1014677"/>
            <a:chOff x="4380100" y="2544775"/>
            <a:chExt cx="440225" cy="919425"/>
          </a:xfrm>
        </p:grpSpPr>
        <p:sp>
          <p:nvSpPr>
            <p:cNvPr id="152" name="Google Shape;152;p7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p7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1993950" y="1135800"/>
            <a:ext cx="5156100" cy="28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8"/>
          <p:cNvGrpSpPr/>
          <p:nvPr/>
        </p:nvGrpSpPr>
        <p:grpSpPr>
          <a:xfrm flipH="1">
            <a:off x="-435302" y="1284125"/>
            <a:ext cx="2080728" cy="3319875"/>
            <a:chOff x="5125350" y="3487525"/>
            <a:chExt cx="530825" cy="846950"/>
          </a:xfrm>
        </p:grpSpPr>
        <p:sp>
          <p:nvSpPr>
            <p:cNvPr id="165" name="Google Shape;165;p8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 flipH="1">
              <a:off x="5156075" y="3645425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5182175" y="3522550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Google Shape;169;p8"/>
          <p:cNvGrpSpPr/>
          <p:nvPr/>
        </p:nvGrpSpPr>
        <p:grpSpPr>
          <a:xfrm flipH="1">
            <a:off x="8178711" y="3589328"/>
            <a:ext cx="485832" cy="1014677"/>
            <a:chOff x="4380100" y="2544775"/>
            <a:chExt cx="440225" cy="919425"/>
          </a:xfrm>
        </p:grpSpPr>
        <p:sp>
          <p:nvSpPr>
            <p:cNvPr id="170" name="Google Shape;170;p8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8"/>
          <p:cNvGrpSpPr/>
          <p:nvPr/>
        </p:nvGrpSpPr>
        <p:grpSpPr>
          <a:xfrm flipH="1">
            <a:off x="2512109" y="229528"/>
            <a:ext cx="1217250" cy="461637"/>
            <a:chOff x="3682500" y="238150"/>
            <a:chExt cx="3697600" cy="1402300"/>
          </a:xfrm>
        </p:grpSpPr>
        <p:sp>
          <p:nvSpPr>
            <p:cNvPr id="179" name="Google Shape;179;p8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2549400" y="127882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0" name="Google Shape;230;p9"/>
          <p:cNvSpPr txBox="1">
            <a:spLocks noGrp="1"/>
          </p:cNvSpPr>
          <p:nvPr>
            <p:ph type="subTitle" idx="1"/>
          </p:nvPr>
        </p:nvSpPr>
        <p:spPr>
          <a:xfrm>
            <a:off x="2549400" y="28487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" name="Google Shape;232;p9"/>
          <p:cNvGrpSpPr/>
          <p:nvPr/>
        </p:nvGrpSpPr>
        <p:grpSpPr>
          <a:xfrm flipH="1">
            <a:off x="722372" y="383920"/>
            <a:ext cx="2207097" cy="837033"/>
            <a:chOff x="3682500" y="238150"/>
            <a:chExt cx="3697600" cy="1402300"/>
          </a:xfrm>
        </p:grpSpPr>
        <p:sp>
          <p:nvSpPr>
            <p:cNvPr id="233" name="Google Shape;233;p9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9"/>
          <p:cNvGrpSpPr/>
          <p:nvPr/>
        </p:nvGrpSpPr>
        <p:grpSpPr>
          <a:xfrm>
            <a:off x="7700094" y="2301563"/>
            <a:ext cx="1443048" cy="2302434"/>
            <a:chOff x="5125350" y="3487525"/>
            <a:chExt cx="530825" cy="846950"/>
          </a:xfrm>
        </p:grpSpPr>
        <p:sp>
          <p:nvSpPr>
            <p:cNvPr id="283" name="Google Shape;283;p9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 flipH="1">
              <a:off x="5156075" y="3645425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5182175" y="3522550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89" name="Google Shape;289;p10"/>
          <p:cNvGrpSpPr/>
          <p:nvPr/>
        </p:nvGrpSpPr>
        <p:grpSpPr>
          <a:xfrm flipH="1">
            <a:off x="7301327" y="41268"/>
            <a:ext cx="1120373" cy="425037"/>
            <a:chOff x="3682500" y="238150"/>
            <a:chExt cx="3697600" cy="1402300"/>
          </a:xfrm>
        </p:grpSpPr>
        <p:sp>
          <p:nvSpPr>
            <p:cNvPr id="290" name="Google Shape;290;p10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0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0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0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 flipH="1">
            <a:off x="7719309" y="167928"/>
            <a:ext cx="1217250" cy="461637"/>
            <a:chOff x="3682500" y="238150"/>
            <a:chExt cx="3697600" cy="1402300"/>
          </a:xfrm>
        </p:grpSpPr>
        <p:sp>
          <p:nvSpPr>
            <p:cNvPr id="368" name="Google Shape;368;p14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4"/>
          <p:cNvGrpSpPr/>
          <p:nvPr/>
        </p:nvGrpSpPr>
        <p:grpSpPr>
          <a:xfrm>
            <a:off x="104538" y="3860704"/>
            <a:ext cx="484203" cy="1011276"/>
            <a:chOff x="4380100" y="2544775"/>
            <a:chExt cx="440225" cy="919425"/>
          </a:xfrm>
        </p:grpSpPr>
        <p:sp>
          <p:nvSpPr>
            <p:cNvPr id="418" name="Google Shape;418;p14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" name="Google Shape;429;p15"/>
          <p:cNvGrpSpPr/>
          <p:nvPr/>
        </p:nvGrpSpPr>
        <p:grpSpPr>
          <a:xfrm flipH="1">
            <a:off x="7204334" y="230253"/>
            <a:ext cx="1217250" cy="461637"/>
            <a:chOff x="3682500" y="238150"/>
            <a:chExt cx="3697600" cy="1402300"/>
          </a:xfrm>
        </p:grpSpPr>
        <p:sp>
          <p:nvSpPr>
            <p:cNvPr id="430" name="Google Shape;430;p15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15"/>
          <p:cNvGrpSpPr/>
          <p:nvPr/>
        </p:nvGrpSpPr>
        <p:grpSpPr>
          <a:xfrm flipH="1">
            <a:off x="-851179" y="2562229"/>
            <a:ext cx="1447560" cy="2309633"/>
            <a:chOff x="5125350" y="3487525"/>
            <a:chExt cx="530825" cy="846950"/>
          </a:xfrm>
        </p:grpSpPr>
        <p:sp>
          <p:nvSpPr>
            <p:cNvPr id="480" name="Google Shape;480;p15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5"/>
            <p:cNvSpPr/>
            <p:nvPr/>
          </p:nvSpPr>
          <p:spPr>
            <a:xfrm flipH="1">
              <a:off x="5156075" y="3646756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182175" y="3523881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"/>
          <p:cNvSpPr txBox="1">
            <a:spLocks noGrp="1"/>
          </p:cNvSpPr>
          <p:nvPr>
            <p:ph type="title"/>
          </p:nvPr>
        </p:nvSpPr>
        <p:spPr>
          <a:xfrm>
            <a:off x="2501900" y="1339800"/>
            <a:ext cx="2501100" cy="11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16"/>
          <p:cNvSpPr txBox="1">
            <a:spLocks noGrp="1"/>
          </p:cNvSpPr>
          <p:nvPr>
            <p:ph type="subTitle" idx="1"/>
          </p:nvPr>
        </p:nvSpPr>
        <p:spPr>
          <a:xfrm>
            <a:off x="2501900" y="2474425"/>
            <a:ext cx="2501100" cy="9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" name="Google Shape;488;p16"/>
          <p:cNvGrpSpPr/>
          <p:nvPr/>
        </p:nvGrpSpPr>
        <p:grpSpPr>
          <a:xfrm>
            <a:off x="7495659" y="1015864"/>
            <a:ext cx="2417324" cy="3856926"/>
            <a:chOff x="5125350" y="3487525"/>
            <a:chExt cx="530825" cy="846950"/>
          </a:xfrm>
        </p:grpSpPr>
        <p:sp>
          <p:nvSpPr>
            <p:cNvPr id="489" name="Google Shape;489;p16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flipH="1">
              <a:off x="5156075" y="3646756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5182175" y="3523881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8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18"/>
          <p:cNvSpPr txBox="1">
            <a:spLocks noGrp="1"/>
          </p:cNvSpPr>
          <p:nvPr>
            <p:ph type="subTitle" idx="1"/>
          </p:nvPr>
        </p:nvSpPr>
        <p:spPr>
          <a:xfrm>
            <a:off x="817125" y="2715675"/>
            <a:ext cx="2303700" cy="12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8"/>
          <p:cNvSpPr txBox="1">
            <a:spLocks noGrp="1"/>
          </p:cNvSpPr>
          <p:nvPr>
            <p:ph type="subTitle" idx="2"/>
          </p:nvPr>
        </p:nvSpPr>
        <p:spPr>
          <a:xfrm>
            <a:off x="817131" y="2222675"/>
            <a:ext cx="23037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01" name="Google Shape;501;p18"/>
          <p:cNvSpPr txBox="1">
            <a:spLocks noGrp="1"/>
          </p:cNvSpPr>
          <p:nvPr>
            <p:ph type="subTitle" idx="3"/>
          </p:nvPr>
        </p:nvSpPr>
        <p:spPr>
          <a:xfrm>
            <a:off x="3420150" y="2715675"/>
            <a:ext cx="2303700" cy="12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8"/>
          <p:cNvSpPr txBox="1">
            <a:spLocks noGrp="1"/>
          </p:cNvSpPr>
          <p:nvPr>
            <p:ph type="subTitle" idx="4"/>
          </p:nvPr>
        </p:nvSpPr>
        <p:spPr>
          <a:xfrm>
            <a:off x="3420156" y="2222675"/>
            <a:ext cx="23037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03" name="Google Shape;503;p18"/>
          <p:cNvSpPr txBox="1">
            <a:spLocks noGrp="1"/>
          </p:cNvSpPr>
          <p:nvPr>
            <p:ph type="subTitle" idx="5"/>
          </p:nvPr>
        </p:nvSpPr>
        <p:spPr>
          <a:xfrm>
            <a:off x="6023125" y="2715675"/>
            <a:ext cx="2303700" cy="12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8"/>
          <p:cNvSpPr txBox="1">
            <a:spLocks noGrp="1"/>
          </p:cNvSpPr>
          <p:nvPr>
            <p:ph type="subTitle" idx="6"/>
          </p:nvPr>
        </p:nvSpPr>
        <p:spPr>
          <a:xfrm>
            <a:off x="6023132" y="2222675"/>
            <a:ext cx="23037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18"/>
          <p:cNvGrpSpPr/>
          <p:nvPr/>
        </p:nvGrpSpPr>
        <p:grpSpPr>
          <a:xfrm>
            <a:off x="8362644" y="802064"/>
            <a:ext cx="1946103" cy="4064594"/>
            <a:chOff x="4380100" y="2544775"/>
            <a:chExt cx="440225" cy="919425"/>
          </a:xfrm>
        </p:grpSpPr>
        <p:sp>
          <p:nvSpPr>
            <p:cNvPr id="507" name="Google Shape;507;p18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23"/>
          <p:cNvGrpSpPr/>
          <p:nvPr/>
        </p:nvGrpSpPr>
        <p:grpSpPr>
          <a:xfrm>
            <a:off x="104551" y="2242072"/>
            <a:ext cx="1130982" cy="2362095"/>
            <a:chOff x="4380100" y="2544775"/>
            <a:chExt cx="440225" cy="919425"/>
          </a:xfrm>
        </p:grpSpPr>
        <p:sp>
          <p:nvSpPr>
            <p:cNvPr id="556" name="Google Shape;556;p23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23"/>
          <p:cNvGrpSpPr/>
          <p:nvPr/>
        </p:nvGrpSpPr>
        <p:grpSpPr>
          <a:xfrm>
            <a:off x="7324385" y="936045"/>
            <a:ext cx="2298844" cy="3667886"/>
            <a:chOff x="5125350" y="3487525"/>
            <a:chExt cx="530825" cy="846950"/>
          </a:xfrm>
        </p:grpSpPr>
        <p:sp>
          <p:nvSpPr>
            <p:cNvPr id="565" name="Google Shape;565;p23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 flipH="1">
              <a:off x="5156075" y="3648336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5182175" y="3525461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" name="Google Shape;569;p23"/>
          <p:cNvGrpSpPr/>
          <p:nvPr/>
        </p:nvGrpSpPr>
        <p:grpSpPr>
          <a:xfrm flipH="1">
            <a:off x="5188660" y="539502"/>
            <a:ext cx="2241485" cy="850074"/>
            <a:chOff x="3682500" y="238150"/>
            <a:chExt cx="3697600" cy="1402300"/>
          </a:xfrm>
        </p:grpSpPr>
        <p:sp>
          <p:nvSpPr>
            <p:cNvPr id="570" name="Google Shape;570;p23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4"/>
          <p:cNvGrpSpPr/>
          <p:nvPr/>
        </p:nvGrpSpPr>
        <p:grpSpPr>
          <a:xfrm>
            <a:off x="8178708" y="3858328"/>
            <a:ext cx="485832" cy="1014677"/>
            <a:chOff x="4380100" y="2544775"/>
            <a:chExt cx="440225" cy="919425"/>
          </a:xfrm>
        </p:grpSpPr>
        <p:sp>
          <p:nvSpPr>
            <p:cNvPr id="622" name="Google Shape;622;p24"/>
            <p:cNvSpPr/>
            <p:nvPr/>
          </p:nvSpPr>
          <p:spPr>
            <a:xfrm>
              <a:off x="4528475" y="2544775"/>
              <a:ext cx="143175" cy="452200"/>
            </a:xfrm>
            <a:custGeom>
              <a:avLst/>
              <a:gdLst/>
              <a:ahLst/>
              <a:cxnLst/>
              <a:rect l="l" t="t" r="r" b="b"/>
              <a:pathLst>
                <a:path w="5727" h="18088" extrusionOk="0">
                  <a:moveTo>
                    <a:pt x="2286" y="0"/>
                  </a:moveTo>
                  <a:cubicBezTo>
                    <a:pt x="1021" y="0"/>
                    <a:pt x="1" y="1020"/>
                    <a:pt x="1" y="2286"/>
                  </a:cubicBezTo>
                  <a:lnTo>
                    <a:pt x="1" y="18088"/>
                  </a:lnTo>
                  <a:lnTo>
                    <a:pt x="5727" y="18088"/>
                  </a:lnTo>
                  <a:lnTo>
                    <a:pt x="5727" y="2286"/>
                  </a:lnTo>
                  <a:cubicBezTo>
                    <a:pt x="5727" y="1020"/>
                    <a:pt x="4707" y="0"/>
                    <a:pt x="3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4479025" y="2766550"/>
              <a:ext cx="242400" cy="590150"/>
            </a:xfrm>
            <a:custGeom>
              <a:avLst/>
              <a:gdLst/>
              <a:ahLst/>
              <a:cxnLst/>
              <a:rect l="l" t="t" r="r" b="b"/>
              <a:pathLst>
                <a:path w="9696" h="23606" extrusionOk="0">
                  <a:moveTo>
                    <a:pt x="1" y="1"/>
                  </a:moveTo>
                  <a:lnTo>
                    <a:pt x="1" y="23605"/>
                  </a:lnTo>
                  <a:lnTo>
                    <a:pt x="9695" y="23605"/>
                  </a:lnTo>
                  <a:lnTo>
                    <a:pt x="9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4380100" y="3337925"/>
              <a:ext cx="440225" cy="126275"/>
            </a:xfrm>
            <a:custGeom>
              <a:avLst/>
              <a:gdLst/>
              <a:ahLst/>
              <a:cxnLst/>
              <a:rect l="l" t="t" r="r" b="b"/>
              <a:pathLst>
                <a:path w="17609" h="5051" extrusionOk="0">
                  <a:moveTo>
                    <a:pt x="1" y="1"/>
                  </a:moveTo>
                  <a:lnTo>
                    <a:pt x="1" y="5051"/>
                  </a:lnTo>
                  <a:lnTo>
                    <a:pt x="17609" y="5051"/>
                  </a:lnTo>
                  <a:lnTo>
                    <a:pt x="176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4462125" y="2841525"/>
              <a:ext cx="276200" cy="126275"/>
            </a:xfrm>
            <a:custGeom>
              <a:avLst/>
              <a:gdLst/>
              <a:ahLst/>
              <a:cxnLst/>
              <a:rect l="l" t="t" r="r" b="b"/>
              <a:pathLst>
                <a:path w="11048" h="5051" extrusionOk="0">
                  <a:moveTo>
                    <a:pt x="1" y="0"/>
                  </a:moveTo>
                  <a:lnTo>
                    <a:pt x="1" y="5050"/>
                  </a:lnTo>
                  <a:lnTo>
                    <a:pt x="11047" y="5050"/>
                  </a:lnTo>
                  <a:lnTo>
                    <a:pt x="110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4426200" y="2826150"/>
              <a:ext cx="348050" cy="20600"/>
            </a:xfrm>
            <a:custGeom>
              <a:avLst/>
              <a:gdLst/>
              <a:ahLst/>
              <a:cxnLst/>
              <a:rect l="l" t="t" r="r" b="b"/>
              <a:pathLst>
                <a:path w="13922" h="824" extrusionOk="0">
                  <a:moveTo>
                    <a:pt x="0" y="1"/>
                  </a:moveTo>
                  <a:lnTo>
                    <a:pt x="0" y="824"/>
                  </a:lnTo>
                  <a:lnTo>
                    <a:pt x="13922" y="824"/>
                  </a:lnTo>
                  <a:lnTo>
                    <a:pt x="13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4419425" y="2642150"/>
              <a:ext cx="361600" cy="165300"/>
            </a:xfrm>
            <a:custGeom>
              <a:avLst/>
              <a:gdLst/>
              <a:ahLst/>
              <a:cxnLst/>
              <a:rect l="l" t="t" r="r" b="b"/>
              <a:pathLst>
                <a:path w="14464" h="6612" extrusionOk="0">
                  <a:moveTo>
                    <a:pt x="1" y="1"/>
                  </a:moveTo>
                  <a:lnTo>
                    <a:pt x="1709" y="6611"/>
                  </a:lnTo>
                  <a:lnTo>
                    <a:pt x="12755" y="6611"/>
                  </a:lnTo>
                  <a:lnTo>
                    <a:pt x="144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4419425" y="2582250"/>
              <a:ext cx="361600" cy="61450"/>
            </a:xfrm>
            <a:custGeom>
              <a:avLst/>
              <a:gdLst/>
              <a:ahLst/>
              <a:cxnLst/>
              <a:rect l="l" t="t" r="r" b="b"/>
              <a:pathLst>
                <a:path w="14464" h="2458" extrusionOk="0">
                  <a:moveTo>
                    <a:pt x="1709" y="0"/>
                  </a:moveTo>
                  <a:lnTo>
                    <a:pt x="1" y="2458"/>
                  </a:lnTo>
                  <a:lnTo>
                    <a:pt x="14463" y="2458"/>
                  </a:lnTo>
                  <a:lnTo>
                    <a:pt x="12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4393625" y="2636925"/>
              <a:ext cx="412875" cy="20600"/>
            </a:xfrm>
            <a:custGeom>
              <a:avLst/>
              <a:gdLst/>
              <a:ahLst/>
              <a:cxnLst/>
              <a:rect l="l" t="t" r="r" b="b"/>
              <a:pathLst>
                <a:path w="16515" h="824" extrusionOk="0">
                  <a:moveTo>
                    <a:pt x="1" y="1"/>
                  </a:moveTo>
                  <a:lnTo>
                    <a:pt x="1" y="824"/>
                  </a:lnTo>
                  <a:lnTo>
                    <a:pt x="16515" y="824"/>
                  </a:lnTo>
                  <a:lnTo>
                    <a:pt x="16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24"/>
          <p:cNvSpPr/>
          <p:nvPr/>
        </p:nvSpPr>
        <p:spPr>
          <a:xfrm flipH="1">
            <a:off x="-1574964" y="2368299"/>
            <a:ext cx="4398837" cy="2504696"/>
          </a:xfrm>
          <a:custGeom>
            <a:avLst/>
            <a:gdLst/>
            <a:ahLst/>
            <a:cxnLst/>
            <a:rect l="l" t="t" r="r" b="b"/>
            <a:pathLst>
              <a:path w="59496" h="33877" extrusionOk="0">
                <a:moveTo>
                  <a:pt x="20360" y="1"/>
                </a:moveTo>
                <a:lnTo>
                  <a:pt x="20360" y="11760"/>
                </a:lnTo>
                <a:lnTo>
                  <a:pt x="19660" y="11760"/>
                </a:lnTo>
                <a:lnTo>
                  <a:pt x="19660" y="6316"/>
                </a:lnTo>
                <a:lnTo>
                  <a:pt x="18603" y="6316"/>
                </a:lnTo>
                <a:lnTo>
                  <a:pt x="18603" y="1401"/>
                </a:lnTo>
                <a:lnTo>
                  <a:pt x="15789" y="1401"/>
                </a:lnTo>
                <a:lnTo>
                  <a:pt x="15789" y="6316"/>
                </a:lnTo>
                <a:lnTo>
                  <a:pt x="14745" y="6316"/>
                </a:lnTo>
                <a:lnTo>
                  <a:pt x="14745" y="11760"/>
                </a:lnTo>
                <a:lnTo>
                  <a:pt x="13516" y="11760"/>
                </a:lnTo>
                <a:lnTo>
                  <a:pt x="13516" y="18960"/>
                </a:lnTo>
                <a:lnTo>
                  <a:pt x="0" y="18960"/>
                </a:lnTo>
                <a:lnTo>
                  <a:pt x="0" y="33877"/>
                </a:lnTo>
                <a:lnTo>
                  <a:pt x="59496" y="33877"/>
                </a:lnTo>
                <a:lnTo>
                  <a:pt x="59496" y="23691"/>
                </a:lnTo>
                <a:lnTo>
                  <a:pt x="47036" y="23691"/>
                </a:lnTo>
                <a:lnTo>
                  <a:pt x="47036" y="11760"/>
                </a:lnTo>
                <a:lnTo>
                  <a:pt x="34749" y="11760"/>
                </a:lnTo>
                <a:lnTo>
                  <a:pt x="347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24"/>
          <p:cNvGrpSpPr/>
          <p:nvPr/>
        </p:nvGrpSpPr>
        <p:grpSpPr>
          <a:xfrm flipH="1">
            <a:off x="722385" y="1031177"/>
            <a:ext cx="2241485" cy="850074"/>
            <a:chOff x="3682500" y="238150"/>
            <a:chExt cx="3697600" cy="1402300"/>
          </a:xfrm>
        </p:grpSpPr>
        <p:sp>
          <p:nvSpPr>
            <p:cNvPr id="632" name="Google Shape;632;p24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19"/>
          <p:cNvSpPr txBox="1">
            <a:spLocks noGrp="1"/>
          </p:cNvSpPr>
          <p:nvPr>
            <p:ph type="subTitle" idx="1"/>
          </p:nvPr>
        </p:nvSpPr>
        <p:spPr>
          <a:xfrm>
            <a:off x="1082173" y="1935601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9"/>
          <p:cNvSpPr txBox="1">
            <a:spLocks noGrp="1"/>
          </p:cNvSpPr>
          <p:nvPr>
            <p:ph type="subTitle" idx="2"/>
          </p:nvPr>
        </p:nvSpPr>
        <p:spPr>
          <a:xfrm>
            <a:off x="1082166" y="1587500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19" name="Google Shape;519;p19"/>
          <p:cNvSpPr txBox="1">
            <a:spLocks noGrp="1"/>
          </p:cNvSpPr>
          <p:nvPr>
            <p:ph type="subTitle" idx="3"/>
          </p:nvPr>
        </p:nvSpPr>
        <p:spPr>
          <a:xfrm>
            <a:off x="4992565" y="1935601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19"/>
          <p:cNvSpPr txBox="1">
            <a:spLocks noGrp="1"/>
          </p:cNvSpPr>
          <p:nvPr>
            <p:ph type="subTitle" idx="4"/>
          </p:nvPr>
        </p:nvSpPr>
        <p:spPr>
          <a:xfrm>
            <a:off x="4992563" y="1587500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21" name="Google Shape;521;p19"/>
          <p:cNvSpPr txBox="1">
            <a:spLocks noGrp="1"/>
          </p:cNvSpPr>
          <p:nvPr>
            <p:ph type="subTitle" idx="5"/>
          </p:nvPr>
        </p:nvSpPr>
        <p:spPr>
          <a:xfrm>
            <a:off x="1082173" y="3376700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19"/>
          <p:cNvSpPr txBox="1">
            <a:spLocks noGrp="1"/>
          </p:cNvSpPr>
          <p:nvPr>
            <p:ph type="subTitle" idx="6"/>
          </p:nvPr>
        </p:nvSpPr>
        <p:spPr>
          <a:xfrm>
            <a:off x="1082166" y="3028600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23" name="Google Shape;523;p19"/>
          <p:cNvSpPr txBox="1">
            <a:spLocks noGrp="1"/>
          </p:cNvSpPr>
          <p:nvPr>
            <p:ph type="subTitle" idx="7"/>
          </p:nvPr>
        </p:nvSpPr>
        <p:spPr>
          <a:xfrm>
            <a:off x="4992565" y="3376700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19"/>
          <p:cNvSpPr txBox="1">
            <a:spLocks noGrp="1"/>
          </p:cNvSpPr>
          <p:nvPr>
            <p:ph type="subTitle" idx="8"/>
          </p:nvPr>
        </p:nvSpPr>
        <p:spPr>
          <a:xfrm>
            <a:off x="4992563" y="3028600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2400" b="1">
                <a:latin typeface="Aboreto"/>
                <a:ea typeface="Aboreto"/>
                <a:cs typeface="Aboreto"/>
                <a:sym typeface="Abore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9pPr>
          </a:lstStyle>
          <a:p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0" y="4873000"/>
            <a:ext cx="9144000" cy="27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6" name="Google Shape;526;p19"/>
          <p:cNvGrpSpPr/>
          <p:nvPr/>
        </p:nvGrpSpPr>
        <p:grpSpPr>
          <a:xfrm>
            <a:off x="8406214" y="2171859"/>
            <a:ext cx="1687599" cy="2692623"/>
            <a:chOff x="5125350" y="3487525"/>
            <a:chExt cx="530825" cy="846950"/>
          </a:xfrm>
        </p:grpSpPr>
        <p:sp>
          <p:nvSpPr>
            <p:cNvPr id="527" name="Google Shape;527;p19"/>
            <p:cNvSpPr/>
            <p:nvPr/>
          </p:nvSpPr>
          <p:spPr>
            <a:xfrm>
              <a:off x="5296450" y="3487525"/>
              <a:ext cx="359725" cy="846950"/>
            </a:xfrm>
            <a:custGeom>
              <a:avLst/>
              <a:gdLst/>
              <a:ahLst/>
              <a:cxnLst/>
              <a:rect l="l" t="t" r="r" b="b"/>
              <a:pathLst>
                <a:path w="14389" h="33878" extrusionOk="0">
                  <a:moveTo>
                    <a:pt x="0" y="1"/>
                  </a:moveTo>
                  <a:lnTo>
                    <a:pt x="0" y="33877"/>
                  </a:lnTo>
                  <a:lnTo>
                    <a:pt x="14389" y="33877"/>
                  </a:lnTo>
                  <a:lnTo>
                    <a:pt x="143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5125350" y="3781500"/>
              <a:ext cx="184325" cy="552975"/>
            </a:xfrm>
            <a:custGeom>
              <a:avLst/>
              <a:gdLst/>
              <a:ahLst/>
              <a:cxnLst/>
              <a:rect l="l" t="t" r="r" b="b"/>
              <a:pathLst>
                <a:path w="7373" h="22119" extrusionOk="0">
                  <a:moveTo>
                    <a:pt x="0" y="1"/>
                  </a:moveTo>
                  <a:lnTo>
                    <a:pt x="0" y="22118"/>
                  </a:lnTo>
                  <a:lnTo>
                    <a:pt x="7373" y="2211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9"/>
            <p:cNvSpPr/>
            <p:nvPr/>
          </p:nvSpPr>
          <p:spPr>
            <a:xfrm flipH="1">
              <a:off x="5156075" y="3646756"/>
              <a:ext cx="122875" cy="136100"/>
            </a:xfrm>
            <a:custGeom>
              <a:avLst/>
              <a:gdLst/>
              <a:ahLst/>
              <a:cxnLst/>
              <a:rect l="l" t="t" r="r" b="b"/>
              <a:pathLst>
                <a:path w="49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4915" y="54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5182175" y="3523881"/>
              <a:ext cx="70375" cy="136100"/>
            </a:xfrm>
            <a:custGeom>
              <a:avLst/>
              <a:gdLst/>
              <a:ahLst/>
              <a:cxnLst/>
              <a:rect l="l" t="t" r="r" b="b"/>
              <a:pathLst>
                <a:path w="2815" h="5444" extrusionOk="0">
                  <a:moveTo>
                    <a:pt x="0" y="0"/>
                  </a:moveTo>
                  <a:lnTo>
                    <a:pt x="0" y="5444"/>
                  </a:lnTo>
                  <a:lnTo>
                    <a:pt x="2814" y="5444"/>
                  </a:lnTo>
                  <a:lnTo>
                    <a:pt x="2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0608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oreto"/>
              <a:buNone/>
              <a:defRPr sz="3300" b="1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60" r:id="rId10"/>
    <p:sldLayoutId id="2147483661" r:id="rId11"/>
    <p:sldLayoutId id="2147483662" r:id="rId12"/>
    <p:sldLayoutId id="2147483664" r:id="rId13"/>
    <p:sldLayoutId id="2147483668" r:id="rId14"/>
    <p:sldLayoutId id="2147483669" r:id="rId15"/>
    <p:sldLayoutId id="2147483670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file:///C:\&#1059;&#1085;&#1080;&#1074;&#1077;&#1088;&#1089;&#1080;&#1090;&#1077;&#1090;\&#1055;&#1088;&#1086;&#1075;&#1088;&#1072;&#1084;&#1084;&#1085;&#1072;&#1103;%20&#1080;&#1085;&#1078;&#1077;&#1085;&#1077;&#1088;&#1080;&#1103;\2025-06-16_09-16-30.mkv" TargetMode="External"/><Relationship Id="rId1" Type="http://schemas.microsoft.com/office/2007/relationships/media" Target="file:///C:\&#1059;&#1085;&#1080;&#1074;&#1077;&#1088;&#1089;&#1080;&#1090;&#1077;&#1090;\&#1055;&#1088;&#1086;&#1075;&#1088;&#1072;&#1084;&#1084;&#1085;&#1072;&#1103;%20&#1080;&#1085;&#1078;&#1077;&#1085;&#1077;&#1088;&#1080;&#1103;\2025-06-16_09-16-30.mkv" TargetMode="External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28"/>
          <p:cNvGrpSpPr/>
          <p:nvPr/>
        </p:nvGrpSpPr>
        <p:grpSpPr>
          <a:xfrm flipH="1">
            <a:off x="-12" y="3199208"/>
            <a:ext cx="2712144" cy="1088318"/>
            <a:chOff x="171975" y="3051200"/>
            <a:chExt cx="1246275" cy="500100"/>
          </a:xfrm>
        </p:grpSpPr>
        <p:sp>
          <p:nvSpPr>
            <p:cNvPr id="692" name="Google Shape;692;p28"/>
            <p:cNvSpPr/>
            <p:nvPr/>
          </p:nvSpPr>
          <p:spPr>
            <a:xfrm>
              <a:off x="171975" y="3051200"/>
              <a:ext cx="1246275" cy="500100"/>
            </a:xfrm>
            <a:custGeom>
              <a:avLst/>
              <a:gdLst/>
              <a:ahLst/>
              <a:cxnLst/>
              <a:rect l="l" t="t" r="r" b="b"/>
              <a:pathLst>
                <a:path w="49851" h="20004" extrusionOk="0">
                  <a:moveTo>
                    <a:pt x="34991" y="1"/>
                  </a:moveTo>
                  <a:cubicBezTo>
                    <a:pt x="30282" y="1"/>
                    <a:pt x="26445" y="306"/>
                    <a:pt x="23347" y="853"/>
                  </a:cubicBezTo>
                  <a:cubicBezTo>
                    <a:pt x="11502" y="2782"/>
                    <a:pt x="5702" y="9196"/>
                    <a:pt x="5702" y="9196"/>
                  </a:cubicBezTo>
                  <a:cubicBezTo>
                    <a:pt x="0" y="12268"/>
                    <a:pt x="4166" y="14824"/>
                    <a:pt x="4387" y="14984"/>
                  </a:cubicBezTo>
                  <a:cubicBezTo>
                    <a:pt x="8221" y="17736"/>
                    <a:pt x="13480" y="18265"/>
                    <a:pt x="13996" y="18314"/>
                  </a:cubicBezTo>
                  <a:cubicBezTo>
                    <a:pt x="19109" y="19677"/>
                    <a:pt x="28574" y="20003"/>
                    <a:pt x="36471" y="20003"/>
                  </a:cubicBezTo>
                  <a:cubicBezTo>
                    <a:pt x="43739" y="20003"/>
                    <a:pt x="49679" y="19727"/>
                    <a:pt x="49679" y="19727"/>
                  </a:cubicBezTo>
                  <a:cubicBezTo>
                    <a:pt x="49679" y="19727"/>
                    <a:pt x="49851" y="1210"/>
                    <a:pt x="49679" y="767"/>
                  </a:cubicBezTo>
                  <a:cubicBezTo>
                    <a:pt x="44034" y="241"/>
                    <a:pt x="39169" y="1"/>
                    <a:pt x="349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812775" y="3276500"/>
              <a:ext cx="25500" cy="57150"/>
            </a:xfrm>
            <a:custGeom>
              <a:avLst/>
              <a:gdLst/>
              <a:ahLst/>
              <a:cxnLst/>
              <a:rect l="l" t="t" r="r" b="b"/>
              <a:pathLst>
                <a:path w="1020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96912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101827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106742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111657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116572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121487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1264025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20" y="2286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1313175" y="3276500"/>
              <a:ext cx="25200" cy="57150"/>
            </a:xfrm>
            <a:custGeom>
              <a:avLst/>
              <a:gdLst/>
              <a:ahLst/>
              <a:cxnLst/>
              <a:rect l="l" t="t" r="r" b="b"/>
              <a:pathLst>
                <a:path w="1008" h="2286" extrusionOk="0">
                  <a:moveTo>
                    <a:pt x="0" y="0"/>
                  </a:moveTo>
                  <a:lnTo>
                    <a:pt x="0" y="2286"/>
                  </a:lnTo>
                  <a:lnTo>
                    <a:pt x="1008" y="2286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1362000" y="3276500"/>
              <a:ext cx="25525" cy="57150"/>
            </a:xfrm>
            <a:custGeom>
              <a:avLst/>
              <a:gdLst/>
              <a:ahLst/>
              <a:cxnLst/>
              <a:rect l="l" t="t" r="r" b="b"/>
              <a:pathLst>
                <a:path w="1021" h="2286" extrusionOk="0">
                  <a:moveTo>
                    <a:pt x="1" y="0"/>
                  </a:moveTo>
                  <a:lnTo>
                    <a:pt x="1" y="2286"/>
                  </a:lnTo>
                  <a:lnTo>
                    <a:pt x="1021" y="2286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278575" y="3423625"/>
              <a:ext cx="1136300" cy="127675"/>
            </a:xfrm>
            <a:custGeom>
              <a:avLst/>
              <a:gdLst/>
              <a:ahLst/>
              <a:cxnLst/>
              <a:rect l="l" t="t" r="r" b="b"/>
              <a:pathLst>
                <a:path w="45452" h="5107" extrusionOk="0">
                  <a:moveTo>
                    <a:pt x="0" y="1"/>
                  </a:moveTo>
                  <a:cubicBezTo>
                    <a:pt x="62" y="50"/>
                    <a:pt x="111" y="74"/>
                    <a:pt x="123" y="87"/>
                  </a:cubicBezTo>
                  <a:cubicBezTo>
                    <a:pt x="3957" y="2839"/>
                    <a:pt x="9216" y="3368"/>
                    <a:pt x="9732" y="3417"/>
                  </a:cubicBezTo>
                  <a:lnTo>
                    <a:pt x="9744" y="3417"/>
                  </a:lnTo>
                  <a:cubicBezTo>
                    <a:pt x="14851" y="4780"/>
                    <a:pt x="24313" y="5106"/>
                    <a:pt x="32209" y="5106"/>
                  </a:cubicBezTo>
                  <a:cubicBezTo>
                    <a:pt x="39475" y="5106"/>
                    <a:pt x="45415" y="4830"/>
                    <a:pt x="45415" y="4830"/>
                  </a:cubicBezTo>
                  <a:cubicBezTo>
                    <a:pt x="45415" y="4830"/>
                    <a:pt x="45439" y="2765"/>
                    <a:pt x="45451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339075" y="3237775"/>
              <a:ext cx="92800" cy="37825"/>
            </a:xfrm>
            <a:custGeom>
              <a:avLst/>
              <a:gdLst/>
              <a:ahLst/>
              <a:cxnLst/>
              <a:rect l="l" t="t" r="r" b="b"/>
              <a:pathLst>
                <a:path w="3712" h="1513" extrusionOk="0">
                  <a:moveTo>
                    <a:pt x="3712" y="1"/>
                  </a:moveTo>
                  <a:lnTo>
                    <a:pt x="1635" y="111"/>
                  </a:lnTo>
                  <a:lnTo>
                    <a:pt x="1" y="1512"/>
                  </a:lnTo>
                  <a:lnTo>
                    <a:pt x="2778" y="1512"/>
                  </a:lnTo>
                  <a:cubicBezTo>
                    <a:pt x="3048" y="1070"/>
                    <a:pt x="3441" y="431"/>
                    <a:pt x="3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416800" y="3236250"/>
              <a:ext cx="51025" cy="39350"/>
            </a:xfrm>
            <a:custGeom>
              <a:avLst/>
              <a:gdLst/>
              <a:ahLst/>
              <a:cxnLst/>
              <a:rect l="l" t="t" r="r" b="b"/>
              <a:pathLst>
                <a:path w="2041" h="1574" extrusionOk="0">
                  <a:moveTo>
                    <a:pt x="1782" y="0"/>
                  </a:moveTo>
                  <a:lnTo>
                    <a:pt x="898" y="37"/>
                  </a:lnTo>
                  <a:lnTo>
                    <a:pt x="1" y="1573"/>
                  </a:lnTo>
                  <a:lnTo>
                    <a:pt x="553" y="1573"/>
                  </a:lnTo>
                  <a:lnTo>
                    <a:pt x="2040" y="1229"/>
                  </a:lnTo>
                  <a:lnTo>
                    <a:pt x="1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8"/>
          <p:cNvSpPr txBox="1">
            <a:spLocks noGrp="1"/>
          </p:cNvSpPr>
          <p:nvPr>
            <p:ph type="ctrTitle"/>
          </p:nvPr>
        </p:nvSpPr>
        <p:spPr>
          <a:xfrm>
            <a:off x="722375" y="556600"/>
            <a:ext cx="5616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5500" dirty="0">
                <a:solidFill>
                  <a:schemeClr val="accent3"/>
                </a:solidFill>
              </a:rPr>
            </a:br>
            <a:r>
              <a:rPr lang="ru-RU" sz="3000" dirty="0">
                <a:solidFill>
                  <a:schemeClr val="lt1"/>
                </a:solidFill>
              </a:rPr>
              <a:t>Автоматизированная</a:t>
            </a:r>
            <a:br>
              <a:rPr lang="ru-RU" sz="3000" dirty="0">
                <a:solidFill>
                  <a:schemeClr val="lt1"/>
                </a:solidFill>
              </a:rPr>
            </a:br>
            <a:r>
              <a:rPr lang="ru-RU" sz="3000" dirty="0">
                <a:solidFill>
                  <a:schemeClr val="lt1"/>
                </a:solidFill>
              </a:rPr>
              <a:t>система бронирования</a:t>
            </a:r>
            <a:br>
              <a:rPr lang="ru-RU" sz="3000" dirty="0">
                <a:solidFill>
                  <a:schemeClr val="lt1"/>
                </a:solidFill>
              </a:rPr>
            </a:br>
            <a:r>
              <a:rPr lang="ru-RU" sz="3000" dirty="0">
                <a:solidFill>
                  <a:schemeClr val="lt1"/>
                </a:solidFill>
              </a:rPr>
              <a:t>авиабилетов</a:t>
            </a:r>
            <a:endParaRPr sz="6000" dirty="0">
              <a:solidFill>
                <a:schemeClr val="lt1"/>
              </a:solidFill>
            </a:endParaRPr>
          </a:p>
        </p:txBody>
      </p:sp>
      <p:sp>
        <p:nvSpPr>
          <p:cNvPr id="707" name="Google Shape;707;p28"/>
          <p:cNvSpPr txBox="1">
            <a:spLocks noGrp="1"/>
          </p:cNvSpPr>
          <p:nvPr>
            <p:ph type="subTitle" idx="1"/>
          </p:nvPr>
        </p:nvSpPr>
        <p:spPr>
          <a:xfrm>
            <a:off x="722375" y="2596209"/>
            <a:ext cx="42414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/>
              <a:t>Курсовой проект по дисциплине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/>
              <a:t>«Программная инженерия»</a:t>
            </a:r>
            <a:endParaRPr sz="1050" dirty="0"/>
          </a:p>
        </p:txBody>
      </p:sp>
      <p:grpSp>
        <p:nvGrpSpPr>
          <p:cNvPr id="708" name="Google Shape;708;p28"/>
          <p:cNvGrpSpPr/>
          <p:nvPr/>
        </p:nvGrpSpPr>
        <p:grpSpPr>
          <a:xfrm>
            <a:off x="4590501" y="1955854"/>
            <a:ext cx="4485904" cy="2761276"/>
            <a:chOff x="230850" y="659700"/>
            <a:chExt cx="7110325" cy="4376725"/>
          </a:xfrm>
        </p:grpSpPr>
        <p:sp>
          <p:nvSpPr>
            <p:cNvPr id="709" name="Google Shape;709;p28"/>
            <p:cNvSpPr/>
            <p:nvPr/>
          </p:nvSpPr>
          <p:spPr>
            <a:xfrm>
              <a:off x="7213200" y="4667025"/>
              <a:ext cx="127975" cy="128000"/>
            </a:xfrm>
            <a:custGeom>
              <a:avLst/>
              <a:gdLst/>
              <a:ahLst/>
              <a:cxnLst/>
              <a:rect l="l" t="t" r="r" b="b"/>
              <a:pathLst>
                <a:path w="5119" h="5120" extrusionOk="0">
                  <a:moveTo>
                    <a:pt x="2559" y="1"/>
                  </a:moveTo>
                  <a:cubicBezTo>
                    <a:pt x="1163" y="1"/>
                    <a:pt x="0" y="1164"/>
                    <a:pt x="0" y="2560"/>
                  </a:cubicBezTo>
                  <a:cubicBezTo>
                    <a:pt x="0" y="3956"/>
                    <a:pt x="1163" y="5119"/>
                    <a:pt x="2559" y="5119"/>
                  </a:cubicBezTo>
                  <a:cubicBezTo>
                    <a:pt x="4013" y="5119"/>
                    <a:pt x="5118" y="3956"/>
                    <a:pt x="5118" y="2560"/>
                  </a:cubicBezTo>
                  <a:cubicBezTo>
                    <a:pt x="5118" y="1164"/>
                    <a:pt x="4013" y="1"/>
                    <a:pt x="2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986350" y="4844425"/>
              <a:ext cx="128000" cy="127975"/>
            </a:xfrm>
            <a:custGeom>
              <a:avLst/>
              <a:gdLst/>
              <a:ahLst/>
              <a:cxnLst/>
              <a:rect l="l" t="t" r="r" b="b"/>
              <a:pathLst>
                <a:path w="5120" h="5119" extrusionOk="0">
                  <a:moveTo>
                    <a:pt x="2560" y="1"/>
                  </a:moveTo>
                  <a:cubicBezTo>
                    <a:pt x="1164" y="1"/>
                    <a:pt x="1" y="1164"/>
                    <a:pt x="1" y="2560"/>
                  </a:cubicBezTo>
                  <a:cubicBezTo>
                    <a:pt x="1" y="4014"/>
                    <a:pt x="1164" y="5119"/>
                    <a:pt x="2560" y="5119"/>
                  </a:cubicBezTo>
                  <a:cubicBezTo>
                    <a:pt x="4014" y="5119"/>
                    <a:pt x="5119" y="4014"/>
                    <a:pt x="5119" y="2560"/>
                  </a:cubicBezTo>
                  <a:cubicBezTo>
                    <a:pt x="5119" y="1164"/>
                    <a:pt x="4014" y="1"/>
                    <a:pt x="2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7025625" y="4883675"/>
              <a:ext cx="49450" cy="49475"/>
            </a:xfrm>
            <a:custGeom>
              <a:avLst/>
              <a:gdLst/>
              <a:ahLst/>
              <a:cxnLst/>
              <a:rect l="l" t="t" r="r" b="b"/>
              <a:pathLst>
                <a:path w="1978" h="1979" extrusionOk="0">
                  <a:moveTo>
                    <a:pt x="989" y="1"/>
                  </a:moveTo>
                  <a:cubicBezTo>
                    <a:pt x="466" y="1"/>
                    <a:pt x="0" y="466"/>
                    <a:pt x="0" y="990"/>
                  </a:cubicBezTo>
                  <a:cubicBezTo>
                    <a:pt x="0" y="1571"/>
                    <a:pt x="466" y="1978"/>
                    <a:pt x="989" y="1978"/>
                  </a:cubicBezTo>
                  <a:cubicBezTo>
                    <a:pt x="1571" y="1978"/>
                    <a:pt x="1978" y="1571"/>
                    <a:pt x="1978" y="990"/>
                  </a:cubicBezTo>
                  <a:cubicBezTo>
                    <a:pt x="1978" y="466"/>
                    <a:pt x="1571" y="1"/>
                    <a:pt x="9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7251000" y="4707750"/>
              <a:ext cx="49450" cy="49450"/>
            </a:xfrm>
            <a:custGeom>
              <a:avLst/>
              <a:gdLst/>
              <a:ahLst/>
              <a:cxnLst/>
              <a:rect l="l" t="t" r="r" b="b"/>
              <a:pathLst>
                <a:path w="1978" h="1978" extrusionOk="0">
                  <a:moveTo>
                    <a:pt x="989" y="0"/>
                  </a:moveTo>
                  <a:cubicBezTo>
                    <a:pt x="408" y="0"/>
                    <a:pt x="0" y="407"/>
                    <a:pt x="0" y="989"/>
                  </a:cubicBezTo>
                  <a:cubicBezTo>
                    <a:pt x="0" y="1513"/>
                    <a:pt x="408" y="1978"/>
                    <a:pt x="989" y="1978"/>
                  </a:cubicBezTo>
                  <a:cubicBezTo>
                    <a:pt x="1513" y="1978"/>
                    <a:pt x="1978" y="1513"/>
                    <a:pt x="1978" y="989"/>
                  </a:cubicBezTo>
                  <a:cubicBezTo>
                    <a:pt x="1978" y="407"/>
                    <a:pt x="1513" y="0"/>
                    <a:pt x="9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674800" y="2890200"/>
              <a:ext cx="728500" cy="939325"/>
            </a:xfrm>
            <a:custGeom>
              <a:avLst/>
              <a:gdLst/>
              <a:ahLst/>
              <a:cxnLst/>
              <a:rect l="l" t="t" r="r" b="b"/>
              <a:pathLst>
                <a:path w="29140" h="37573" extrusionOk="0">
                  <a:moveTo>
                    <a:pt x="990" y="0"/>
                  </a:moveTo>
                  <a:lnTo>
                    <a:pt x="1" y="756"/>
                  </a:lnTo>
                  <a:lnTo>
                    <a:pt x="28151" y="37573"/>
                  </a:lnTo>
                  <a:lnTo>
                    <a:pt x="29140" y="36817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6143000" y="3714450"/>
              <a:ext cx="1189450" cy="1220150"/>
            </a:xfrm>
            <a:custGeom>
              <a:avLst/>
              <a:gdLst/>
              <a:ahLst/>
              <a:cxnLst/>
              <a:rect l="l" t="t" r="r" b="b"/>
              <a:pathLst>
                <a:path w="47578" h="48806" extrusionOk="0">
                  <a:moveTo>
                    <a:pt x="13754" y="1"/>
                  </a:moveTo>
                  <a:cubicBezTo>
                    <a:pt x="12363" y="1"/>
                    <a:pt x="10970" y="478"/>
                    <a:pt x="9830" y="1462"/>
                  </a:cubicBezTo>
                  <a:lnTo>
                    <a:pt x="1" y="9779"/>
                  </a:lnTo>
                  <a:lnTo>
                    <a:pt x="33095" y="48806"/>
                  </a:lnTo>
                  <a:lnTo>
                    <a:pt x="47578" y="36533"/>
                  </a:lnTo>
                  <a:lnTo>
                    <a:pt x="18438" y="2160"/>
                  </a:lnTo>
                  <a:cubicBezTo>
                    <a:pt x="17212" y="740"/>
                    <a:pt x="15486" y="1"/>
                    <a:pt x="13754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5517775" y="2754975"/>
              <a:ext cx="297300" cy="253350"/>
            </a:xfrm>
            <a:custGeom>
              <a:avLst/>
              <a:gdLst/>
              <a:ahLst/>
              <a:cxnLst/>
              <a:rect l="l" t="t" r="r" b="b"/>
              <a:pathLst>
                <a:path w="11892" h="10134" extrusionOk="0">
                  <a:moveTo>
                    <a:pt x="2094" y="0"/>
                  </a:moveTo>
                  <a:lnTo>
                    <a:pt x="0" y="3083"/>
                  </a:lnTo>
                  <a:cubicBezTo>
                    <a:pt x="0" y="3083"/>
                    <a:pt x="1513" y="3315"/>
                    <a:pt x="2385" y="4769"/>
                  </a:cubicBezTo>
                  <a:cubicBezTo>
                    <a:pt x="3316" y="6223"/>
                    <a:pt x="5119" y="7968"/>
                    <a:pt x="5933" y="8724"/>
                  </a:cubicBezTo>
                  <a:cubicBezTo>
                    <a:pt x="6314" y="9051"/>
                    <a:pt x="7002" y="9251"/>
                    <a:pt x="7655" y="9251"/>
                  </a:cubicBezTo>
                  <a:cubicBezTo>
                    <a:pt x="8396" y="9251"/>
                    <a:pt x="9093" y="8994"/>
                    <a:pt x="9248" y="8375"/>
                  </a:cubicBezTo>
                  <a:cubicBezTo>
                    <a:pt x="9481" y="7561"/>
                    <a:pt x="7968" y="8492"/>
                    <a:pt x="6514" y="6980"/>
                  </a:cubicBezTo>
                  <a:cubicBezTo>
                    <a:pt x="5175" y="5533"/>
                    <a:pt x="6007" y="4037"/>
                    <a:pt x="7464" y="4037"/>
                  </a:cubicBezTo>
                  <a:cubicBezTo>
                    <a:pt x="7589" y="4037"/>
                    <a:pt x="7719" y="4048"/>
                    <a:pt x="7852" y="4071"/>
                  </a:cubicBezTo>
                  <a:cubicBezTo>
                    <a:pt x="9364" y="4304"/>
                    <a:pt x="10411" y="9539"/>
                    <a:pt x="11167" y="10062"/>
                  </a:cubicBezTo>
                  <a:cubicBezTo>
                    <a:pt x="11238" y="10109"/>
                    <a:pt x="11304" y="10133"/>
                    <a:pt x="11363" y="10133"/>
                  </a:cubicBezTo>
                  <a:cubicBezTo>
                    <a:pt x="11884" y="10133"/>
                    <a:pt x="11892" y="8275"/>
                    <a:pt x="10586" y="4304"/>
                  </a:cubicBezTo>
                  <a:cubicBezTo>
                    <a:pt x="9626" y="1498"/>
                    <a:pt x="7565" y="966"/>
                    <a:pt x="6024" y="966"/>
                  </a:cubicBezTo>
                  <a:cubicBezTo>
                    <a:pt x="5137" y="966"/>
                    <a:pt x="4422" y="1142"/>
                    <a:pt x="4188" y="1163"/>
                  </a:cubicBezTo>
                  <a:cubicBezTo>
                    <a:pt x="3432" y="1163"/>
                    <a:pt x="2094" y="0"/>
                    <a:pt x="2094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5655900" y="2855300"/>
              <a:ext cx="94550" cy="95975"/>
            </a:xfrm>
            <a:custGeom>
              <a:avLst/>
              <a:gdLst/>
              <a:ahLst/>
              <a:cxnLst/>
              <a:rect l="l" t="t" r="r" b="b"/>
              <a:pathLst>
                <a:path w="3782" h="3839" extrusionOk="0">
                  <a:moveTo>
                    <a:pt x="1862" y="0"/>
                  </a:moveTo>
                  <a:cubicBezTo>
                    <a:pt x="815" y="0"/>
                    <a:pt x="1" y="815"/>
                    <a:pt x="1" y="1920"/>
                  </a:cubicBezTo>
                  <a:cubicBezTo>
                    <a:pt x="1" y="2967"/>
                    <a:pt x="815" y="3839"/>
                    <a:pt x="1862" y="3839"/>
                  </a:cubicBezTo>
                  <a:cubicBezTo>
                    <a:pt x="2967" y="3839"/>
                    <a:pt x="3781" y="2967"/>
                    <a:pt x="3781" y="1920"/>
                  </a:cubicBezTo>
                  <a:cubicBezTo>
                    <a:pt x="3781" y="815"/>
                    <a:pt x="2967" y="0"/>
                    <a:pt x="18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3195650" y="2687800"/>
              <a:ext cx="228300" cy="117425"/>
            </a:xfrm>
            <a:custGeom>
              <a:avLst/>
              <a:gdLst/>
              <a:ahLst/>
              <a:cxnLst/>
              <a:rect l="l" t="t" r="r" b="b"/>
              <a:pathLst>
                <a:path w="9132" h="4697" extrusionOk="0">
                  <a:moveTo>
                    <a:pt x="6177" y="0"/>
                  </a:moveTo>
                  <a:cubicBezTo>
                    <a:pt x="5515" y="0"/>
                    <a:pt x="4776" y="98"/>
                    <a:pt x="4014" y="302"/>
                  </a:cubicBezTo>
                  <a:cubicBezTo>
                    <a:pt x="1629" y="942"/>
                    <a:pt x="1" y="2338"/>
                    <a:pt x="291" y="3501"/>
                  </a:cubicBezTo>
                  <a:cubicBezTo>
                    <a:pt x="493" y="4266"/>
                    <a:pt x="1585" y="4696"/>
                    <a:pt x="3029" y="4696"/>
                  </a:cubicBezTo>
                  <a:cubicBezTo>
                    <a:pt x="3672" y="4696"/>
                    <a:pt x="4384" y="4611"/>
                    <a:pt x="5119" y="4432"/>
                  </a:cubicBezTo>
                  <a:cubicBezTo>
                    <a:pt x="7445" y="3792"/>
                    <a:pt x="9132" y="2338"/>
                    <a:pt x="8841" y="1233"/>
                  </a:cubicBezTo>
                  <a:cubicBezTo>
                    <a:pt x="8643" y="442"/>
                    <a:pt x="7584" y="0"/>
                    <a:pt x="6177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4481025" y="2763700"/>
              <a:ext cx="740150" cy="939325"/>
            </a:xfrm>
            <a:custGeom>
              <a:avLst/>
              <a:gdLst/>
              <a:ahLst/>
              <a:cxnLst/>
              <a:rect l="l" t="t" r="r" b="b"/>
              <a:pathLst>
                <a:path w="29606" h="37573" extrusionOk="0">
                  <a:moveTo>
                    <a:pt x="22277" y="0"/>
                  </a:moveTo>
                  <a:lnTo>
                    <a:pt x="1" y="1978"/>
                  </a:lnTo>
                  <a:lnTo>
                    <a:pt x="4537" y="3024"/>
                  </a:lnTo>
                  <a:lnTo>
                    <a:pt x="21404" y="37573"/>
                  </a:lnTo>
                  <a:lnTo>
                    <a:pt x="29605" y="33036"/>
                  </a:lnTo>
                  <a:lnTo>
                    <a:pt x="22277" y="0"/>
                  </a:lnTo>
                  <a:close/>
                </a:path>
              </a:pathLst>
            </a:custGeom>
            <a:solidFill>
              <a:srgbClr val="FFC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5016125" y="3585802"/>
              <a:ext cx="588925" cy="1105100"/>
            </a:xfrm>
            <a:custGeom>
              <a:avLst/>
              <a:gdLst/>
              <a:ahLst/>
              <a:cxnLst/>
              <a:rect l="l" t="t" r="r" b="b"/>
              <a:pathLst>
                <a:path w="23557" h="44204" extrusionOk="0">
                  <a:moveTo>
                    <a:pt x="8201" y="1"/>
                  </a:moveTo>
                  <a:lnTo>
                    <a:pt x="0" y="4538"/>
                  </a:lnTo>
                  <a:lnTo>
                    <a:pt x="17740" y="44204"/>
                  </a:lnTo>
                  <a:lnTo>
                    <a:pt x="23556" y="43913"/>
                  </a:lnTo>
                  <a:cubicBezTo>
                    <a:pt x="23556" y="43913"/>
                    <a:pt x="19310" y="18206"/>
                    <a:pt x="15704" y="12506"/>
                  </a:cubicBezTo>
                  <a:cubicBezTo>
                    <a:pt x="12098" y="6748"/>
                    <a:pt x="8201" y="1"/>
                    <a:pt x="8201" y="1"/>
                  </a:cubicBezTo>
                  <a:close/>
                </a:path>
              </a:pathLst>
            </a:custGeom>
            <a:solidFill>
              <a:srgbClr val="FFC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4107350" y="2641550"/>
              <a:ext cx="1000400" cy="1110925"/>
            </a:xfrm>
            <a:custGeom>
              <a:avLst/>
              <a:gdLst/>
              <a:ahLst/>
              <a:cxnLst/>
              <a:rect l="l" t="t" r="r" b="b"/>
              <a:pathLst>
                <a:path w="40016" h="44437" extrusionOk="0">
                  <a:moveTo>
                    <a:pt x="20589" y="0"/>
                  </a:moveTo>
                  <a:lnTo>
                    <a:pt x="17798" y="6456"/>
                  </a:lnTo>
                  <a:lnTo>
                    <a:pt x="0" y="40539"/>
                  </a:lnTo>
                  <a:lnTo>
                    <a:pt x="8434" y="44436"/>
                  </a:lnTo>
                  <a:lnTo>
                    <a:pt x="35304" y="19601"/>
                  </a:lnTo>
                  <a:cubicBezTo>
                    <a:pt x="38736" y="16402"/>
                    <a:pt x="40016" y="11575"/>
                    <a:pt x="38678" y="7096"/>
                  </a:cubicBezTo>
                  <a:lnTo>
                    <a:pt x="37456" y="3025"/>
                  </a:lnTo>
                  <a:lnTo>
                    <a:pt x="20589" y="0"/>
                  </a:lnTo>
                  <a:close/>
                </a:path>
              </a:pathLst>
            </a:custGeom>
            <a:solidFill>
              <a:srgbClr val="FFC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3569350" y="3651252"/>
              <a:ext cx="748850" cy="1057100"/>
            </a:xfrm>
            <a:custGeom>
              <a:avLst/>
              <a:gdLst/>
              <a:ahLst/>
              <a:cxnLst/>
              <a:rect l="l" t="t" r="r" b="b"/>
              <a:pathLst>
                <a:path w="29954" h="42284" extrusionOk="0">
                  <a:moveTo>
                    <a:pt x="21520" y="0"/>
                  </a:moveTo>
                  <a:lnTo>
                    <a:pt x="0" y="37805"/>
                  </a:lnTo>
                  <a:lnTo>
                    <a:pt x="3723" y="42284"/>
                  </a:lnTo>
                  <a:cubicBezTo>
                    <a:pt x="3723" y="42284"/>
                    <a:pt x="21869" y="23672"/>
                    <a:pt x="24370" y="17332"/>
                  </a:cubicBezTo>
                  <a:cubicBezTo>
                    <a:pt x="26813" y="11051"/>
                    <a:pt x="29954" y="3897"/>
                    <a:pt x="29954" y="3897"/>
                  </a:cubicBezTo>
                  <a:lnTo>
                    <a:pt x="21520" y="0"/>
                  </a:lnTo>
                  <a:close/>
                </a:path>
              </a:pathLst>
            </a:custGeom>
            <a:solidFill>
              <a:srgbClr val="FFC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4622075" y="2330375"/>
              <a:ext cx="498775" cy="555475"/>
            </a:xfrm>
            <a:custGeom>
              <a:avLst/>
              <a:gdLst/>
              <a:ahLst/>
              <a:cxnLst/>
              <a:rect l="l" t="t" r="r" b="b"/>
              <a:pathLst>
                <a:path w="19951" h="22219" extrusionOk="0">
                  <a:moveTo>
                    <a:pt x="9772" y="1"/>
                  </a:moveTo>
                  <a:lnTo>
                    <a:pt x="0" y="12447"/>
                  </a:lnTo>
                  <a:lnTo>
                    <a:pt x="17507" y="22219"/>
                  </a:lnTo>
                  <a:lnTo>
                    <a:pt x="18089" y="21695"/>
                  </a:lnTo>
                  <a:cubicBezTo>
                    <a:pt x="19950" y="19136"/>
                    <a:pt x="14308" y="12215"/>
                    <a:pt x="11924" y="10121"/>
                  </a:cubicBezTo>
                  <a:lnTo>
                    <a:pt x="9772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4142250" y="1267150"/>
              <a:ext cx="338800" cy="397650"/>
            </a:xfrm>
            <a:custGeom>
              <a:avLst/>
              <a:gdLst/>
              <a:ahLst/>
              <a:cxnLst/>
              <a:rect l="l" t="t" r="r" b="b"/>
              <a:pathLst>
                <a:path w="13552" h="15906" extrusionOk="0">
                  <a:moveTo>
                    <a:pt x="6173" y="0"/>
                  </a:moveTo>
                  <a:cubicBezTo>
                    <a:pt x="5900" y="0"/>
                    <a:pt x="5625" y="24"/>
                    <a:pt x="5351" y="72"/>
                  </a:cubicBezTo>
                  <a:cubicBezTo>
                    <a:pt x="2036" y="712"/>
                    <a:pt x="0" y="4725"/>
                    <a:pt x="756" y="9029"/>
                  </a:cubicBezTo>
                  <a:cubicBezTo>
                    <a:pt x="1503" y="13030"/>
                    <a:pt x="4354" y="15905"/>
                    <a:pt x="7379" y="15905"/>
                  </a:cubicBezTo>
                  <a:cubicBezTo>
                    <a:pt x="7652" y="15905"/>
                    <a:pt x="7926" y="15882"/>
                    <a:pt x="8201" y="15834"/>
                  </a:cubicBezTo>
                  <a:cubicBezTo>
                    <a:pt x="11516" y="15252"/>
                    <a:pt x="13552" y="11239"/>
                    <a:pt x="12738" y="6877"/>
                  </a:cubicBezTo>
                  <a:cubicBezTo>
                    <a:pt x="12044" y="2876"/>
                    <a:pt x="9198" y="0"/>
                    <a:pt x="6173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3358500" y="2445250"/>
              <a:ext cx="700875" cy="311200"/>
            </a:xfrm>
            <a:custGeom>
              <a:avLst/>
              <a:gdLst/>
              <a:ahLst/>
              <a:cxnLst/>
              <a:rect l="l" t="t" r="r" b="b"/>
              <a:pathLst>
                <a:path w="28035" h="12448" extrusionOk="0">
                  <a:moveTo>
                    <a:pt x="23382" y="1"/>
                  </a:moveTo>
                  <a:lnTo>
                    <a:pt x="1" y="9888"/>
                  </a:lnTo>
                  <a:lnTo>
                    <a:pt x="1629" y="12447"/>
                  </a:lnTo>
                  <a:lnTo>
                    <a:pt x="28035" y="6980"/>
                  </a:lnTo>
                  <a:lnTo>
                    <a:pt x="23382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4280375" y="1553925"/>
              <a:ext cx="221050" cy="274850"/>
            </a:xfrm>
            <a:custGeom>
              <a:avLst/>
              <a:gdLst/>
              <a:ahLst/>
              <a:cxnLst/>
              <a:rect l="l" t="t" r="r" b="b"/>
              <a:pathLst>
                <a:path w="8842" h="10994" extrusionOk="0">
                  <a:moveTo>
                    <a:pt x="4363" y="0"/>
                  </a:moveTo>
                  <a:lnTo>
                    <a:pt x="0" y="2211"/>
                  </a:lnTo>
                  <a:lnTo>
                    <a:pt x="4479" y="10993"/>
                  </a:lnTo>
                  <a:lnTo>
                    <a:pt x="8841" y="8725"/>
                  </a:lnTo>
                  <a:lnTo>
                    <a:pt x="4363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5069052" y="2227727"/>
              <a:ext cx="542400" cy="610725"/>
            </a:xfrm>
            <a:custGeom>
              <a:avLst/>
              <a:gdLst/>
              <a:ahLst/>
              <a:cxnLst/>
              <a:rect l="l" t="t" r="r" b="b"/>
              <a:pathLst>
                <a:path w="21696" h="24429" extrusionOk="0">
                  <a:moveTo>
                    <a:pt x="3316" y="1"/>
                  </a:moveTo>
                  <a:lnTo>
                    <a:pt x="1" y="7271"/>
                  </a:lnTo>
                  <a:lnTo>
                    <a:pt x="18147" y="24429"/>
                  </a:lnTo>
                  <a:lnTo>
                    <a:pt x="21695" y="21579"/>
                  </a:lnTo>
                  <a:lnTo>
                    <a:pt x="3316" y="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4286200" y="1827275"/>
              <a:ext cx="837550" cy="1221425"/>
            </a:xfrm>
            <a:custGeom>
              <a:avLst/>
              <a:gdLst/>
              <a:ahLst/>
              <a:cxnLst/>
              <a:rect l="l" t="t" r="r" b="b"/>
              <a:pathLst>
                <a:path w="33502" h="48857" extrusionOk="0">
                  <a:moveTo>
                    <a:pt x="15180" y="1"/>
                  </a:moveTo>
                  <a:lnTo>
                    <a:pt x="0" y="2734"/>
                  </a:lnTo>
                  <a:lnTo>
                    <a:pt x="4188" y="48857"/>
                  </a:lnTo>
                  <a:lnTo>
                    <a:pt x="33501" y="42517"/>
                  </a:lnTo>
                  <a:lnTo>
                    <a:pt x="15180" y="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3943025" y="1651350"/>
              <a:ext cx="1212700" cy="998950"/>
            </a:xfrm>
            <a:custGeom>
              <a:avLst/>
              <a:gdLst/>
              <a:ahLst/>
              <a:cxnLst/>
              <a:rect l="l" t="t" r="r" b="b"/>
              <a:pathLst>
                <a:path w="48508" h="39958" extrusionOk="0">
                  <a:moveTo>
                    <a:pt x="20881" y="0"/>
                  </a:moveTo>
                  <a:cubicBezTo>
                    <a:pt x="19758" y="1367"/>
                    <a:pt x="18143" y="2120"/>
                    <a:pt x="16415" y="2120"/>
                  </a:cubicBezTo>
                  <a:cubicBezTo>
                    <a:pt x="16085" y="2120"/>
                    <a:pt x="15750" y="2092"/>
                    <a:pt x="15414" y="2036"/>
                  </a:cubicBezTo>
                  <a:lnTo>
                    <a:pt x="14599" y="1920"/>
                  </a:lnTo>
                  <a:lnTo>
                    <a:pt x="12971" y="4653"/>
                  </a:lnTo>
                  <a:lnTo>
                    <a:pt x="12622" y="5002"/>
                  </a:lnTo>
                  <a:cubicBezTo>
                    <a:pt x="9888" y="8201"/>
                    <a:pt x="7736" y="11807"/>
                    <a:pt x="6224" y="15762"/>
                  </a:cubicBezTo>
                  <a:lnTo>
                    <a:pt x="1" y="32047"/>
                  </a:lnTo>
                  <a:lnTo>
                    <a:pt x="5817" y="39957"/>
                  </a:lnTo>
                  <a:lnTo>
                    <a:pt x="22684" y="15588"/>
                  </a:lnTo>
                  <a:lnTo>
                    <a:pt x="18089" y="13610"/>
                  </a:lnTo>
                  <a:lnTo>
                    <a:pt x="23731" y="13436"/>
                  </a:lnTo>
                  <a:lnTo>
                    <a:pt x="25069" y="10004"/>
                  </a:lnTo>
                  <a:lnTo>
                    <a:pt x="45193" y="30477"/>
                  </a:lnTo>
                  <a:lnTo>
                    <a:pt x="48508" y="23207"/>
                  </a:lnTo>
                  <a:lnTo>
                    <a:pt x="35189" y="7736"/>
                  </a:lnTo>
                  <a:cubicBezTo>
                    <a:pt x="32106" y="4130"/>
                    <a:pt x="27977" y="1629"/>
                    <a:pt x="23382" y="582"/>
                  </a:cubicBezTo>
                  <a:lnTo>
                    <a:pt x="20881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3072050" y="4523075"/>
              <a:ext cx="622375" cy="427525"/>
            </a:xfrm>
            <a:custGeom>
              <a:avLst/>
              <a:gdLst/>
              <a:ahLst/>
              <a:cxnLst/>
              <a:rect l="l" t="t" r="r" b="b"/>
              <a:pathLst>
                <a:path w="24895" h="17101" extrusionOk="0">
                  <a:moveTo>
                    <a:pt x="1" y="1"/>
                  </a:moveTo>
                  <a:lnTo>
                    <a:pt x="7446" y="9249"/>
                  </a:lnTo>
                  <a:cubicBezTo>
                    <a:pt x="8186" y="10221"/>
                    <a:pt x="9332" y="10751"/>
                    <a:pt x="10531" y="10751"/>
                  </a:cubicBezTo>
                  <a:cubicBezTo>
                    <a:pt x="10839" y="10751"/>
                    <a:pt x="11150" y="10716"/>
                    <a:pt x="11459" y="10644"/>
                  </a:cubicBezTo>
                  <a:lnTo>
                    <a:pt x="17857" y="9016"/>
                  </a:lnTo>
                  <a:lnTo>
                    <a:pt x="15879" y="13436"/>
                  </a:lnTo>
                  <a:lnTo>
                    <a:pt x="22277" y="17100"/>
                  </a:lnTo>
                  <a:lnTo>
                    <a:pt x="24894" y="6748"/>
                  </a:lnTo>
                  <a:lnTo>
                    <a:pt x="20183" y="2385"/>
                  </a:lnTo>
                  <a:lnTo>
                    <a:pt x="13785" y="3258"/>
                  </a:lnTo>
                  <a:cubicBezTo>
                    <a:pt x="13454" y="3295"/>
                    <a:pt x="13116" y="3314"/>
                    <a:pt x="12779" y="3314"/>
                  </a:cubicBezTo>
                  <a:cubicBezTo>
                    <a:pt x="12050" y="3314"/>
                    <a:pt x="11320" y="3224"/>
                    <a:pt x="10644" y="302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rgbClr val="01010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5132450" y="4668475"/>
              <a:ext cx="618000" cy="350450"/>
            </a:xfrm>
            <a:custGeom>
              <a:avLst/>
              <a:gdLst/>
              <a:ahLst/>
              <a:cxnLst/>
              <a:rect l="l" t="t" r="r" b="b"/>
              <a:pathLst>
                <a:path w="24720" h="14018" extrusionOk="0">
                  <a:moveTo>
                    <a:pt x="18787" y="1"/>
                  </a:moveTo>
                  <a:lnTo>
                    <a:pt x="13029" y="873"/>
                  </a:lnTo>
                  <a:lnTo>
                    <a:pt x="10062" y="5933"/>
                  </a:lnTo>
                  <a:cubicBezTo>
                    <a:pt x="9597" y="6806"/>
                    <a:pt x="8957" y="7504"/>
                    <a:pt x="8143" y="8085"/>
                  </a:cubicBezTo>
                  <a:lnTo>
                    <a:pt x="0" y="14018"/>
                  </a:lnTo>
                  <a:lnTo>
                    <a:pt x="10818" y="13843"/>
                  </a:lnTo>
                  <a:cubicBezTo>
                    <a:pt x="12214" y="13843"/>
                    <a:pt x="13494" y="13029"/>
                    <a:pt x="14017" y="11750"/>
                  </a:cubicBezTo>
                  <a:lnTo>
                    <a:pt x="16460" y="6282"/>
                  </a:lnTo>
                  <a:lnTo>
                    <a:pt x="18554" y="10179"/>
                  </a:lnTo>
                  <a:lnTo>
                    <a:pt x="24719" y="7620"/>
                  </a:lnTo>
                  <a:lnTo>
                    <a:pt x="187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rgbClr val="01010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3307625" y="4482375"/>
              <a:ext cx="235575" cy="157050"/>
            </a:xfrm>
            <a:custGeom>
              <a:avLst/>
              <a:gdLst/>
              <a:ahLst/>
              <a:cxnLst/>
              <a:rect l="l" t="t" r="r" b="b"/>
              <a:pathLst>
                <a:path w="9423" h="6282" fill="none" extrusionOk="0">
                  <a:moveTo>
                    <a:pt x="7445" y="5002"/>
                  </a:moveTo>
                  <a:cubicBezTo>
                    <a:pt x="6863" y="3664"/>
                    <a:pt x="6514" y="2269"/>
                    <a:pt x="6456" y="873"/>
                  </a:cubicBezTo>
                  <a:cubicBezTo>
                    <a:pt x="6398" y="233"/>
                    <a:pt x="7270" y="0"/>
                    <a:pt x="7561" y="524"/>
                  </a:cubicBezTo>
                  <a:cubicBezTo>
                    <a:pt x="7736" y="873"/>
                    <a:pt x="7794" y="1280"/>
                    <a:pt x="7852" y="1629"/>
                  </a:cubicBezTo>
                  <a:cubicBezTo>
                    <a:pt x="7910" y="2559"/>
                    <a:pt x="7677" y="3432"/>
                    <a:pt x="7387" y="4304"/>
                  </a:cubicBezTo>
                  <a:cubicBezTo>
                    <a:pt x="7445" y="3257"/>
                    <a:pt x="7736" y="2210"/>
                    <a:pt x="8201" y="1222"/>
                  </a:cubicBezTo>
                  <a:cubicBezTo>
                    <a:pt x="8317" y="989"/>
                    <a:pt x="8492" y="640"/>
                    <a:pt x="8782" y="640"/>
                  </a:cubicBezTo>
                  <a:cubicBezTo>
                    <a:pt x="9015" y="640"/>
                    <a:pt x="9248" y="815"/>
                    <a:pt x="9364" y="1047"/>
                  </a:cubicBezTo>
                  <a:cubicBezTo>
                    <a:pt x="9422" y="1280"/>
                    <a:pt x="9422" y="1512"/>
                    <a:pt x="9422" y="1745"/>
                  </a:cubicBezTo>
                  <a:cubicBezTo>
                    <a:pt x="9248" y="3199"/>
                    <a:pt x="8608" y="4537"/>
                    <a:pt x="7619" y="5526"/>
                  </a:cubicBezTo>
                  <a:cubicBezTo>
                    <a:pt x="7212" y="5933"/>
                    <a:pt x="6689" y="6282"/>
                    <a:pt x="6165" y="6165"/>
                  </a:cubicBezTo>
                  <a:cubicBezTo>
                    <a:pt x="5525" y="6049"/>
                    <a:pt x="5235" y="5293"/>
                    <a:pt x="4944" y="4770"/>
                  </a:cubicBezTo>
                  <a:cubicBezTo>
                    <a:pt x="4246" y="3723"/>
                    <a:pt x="3024" y="3083"/>
                    <a:pt x="1803" y="3083"/>
                  </a:cubicBezTo>
                  <a:cubicBezTo>
                    <a:pt x="1454" y="3083"/>
                    <a:pt x="1047" y="3141"/>
                    <a:pt x="640" y="3025"/>
                  </a:cubicBezTo>
                  <a:cubicBezTo>
                    <a:pt x="291" y="2850"/>
                    <a:pt x="0" y="2385"/>
                    <a:pt x="291" y="2036"/>
                  </a:cubicBezTo>
                </a:path>
              </a:pathLst>
            </a:custGeom>
            <a:noFill/>
            <a:ln w="8725" cap="flat" cmpd="sng">
              <a:solidFill>
                <a:schemeClr val="dk1"/>
              </a:solidFill>
              <a:prstDash val="solid"/>
              <a:miter lim="581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4076800" y="1229675"/>
              <a:ext cx="330100" cy="245750"/>
            </a:xfrm>
            <a:custGeom>
              <a:avLst/>
              <a:gdLst/>
              <a:ahLst/>
              <a:cxnLst/>
              <a:rect l="l" t="t" r="r" b="b"/>
              <a:pathLst>
                <a:path w="13204" h="9830" extrusionOk="0">
                  <a:moveTo>
                    <a:pt x="7969" y="0"/>
                  </a:moveTo>
                  <a:cubicBezTo>
                    <a:pt x="7969" y="0"/>
                    <a:pt x="1" y="1047"/>
                    <a:pt x="2618" y="9830"/>
                  </a:cubicBezTo>
                  <a:lnTo>
                    <a:pt x="13204" y="7503"/>
                  </a:lnTo>
                  <a:lnTo>
                    <a:pt x="7969" y="0"/>
                  </a:ln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3383225" y="2442325"/>
              <a:ext cx="705250" cy="319925"/>
            </a:xfrm>
            <a:custGeom>
              <a:avLst/>
              <a:gdLst/>
              <a:ahLst/>
              <a:cxnLst/>
              <a:rect l="l" t="t" r="r" b="b"/>
              <a:pathLst>
                <a:path w="28210" h="12797" extrusionOk="0">
                  <a:moveTo>
                    <a:pt x="22621" y="0"/>
                  </a:moveTo>
                  <a:cubicBezTo>
                    <a:pt x="22225" y="0"/>
                    <a:pt x="0" y="9016"/>
                    <a:pt x="0" y="9016"/>
                  </a:cubicBezTo>
                  <a:lnTo>
                    <a:pt x="1222" y="12797"/>
                  </a:lnTo>
                  <a:lnTo>
                    <a:pt x="28209" y="8028"/>
                  </a:lnTo>
                  <a:cubicBezTo>
                    <a:pt x="28209" y="8028"/>
                    <a:pt x="22684" y="59"/>
                    <a:pt x="22625" y="1"/>
                  </a:cubicBezTo>
                  <a:cubicBezTo>
                    <a:pt x="22625" y="1"/>
                    <a:pt x="22623" y="0"/>
                    <a:pt x="2262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3378850" y="2640100"/>
              <a:ext cx="94550" cy="126525"/>
            </a:xfrm>
            <a:custGeom>
              <a:avLst/>
              <a:gdLst/>
              <a:ahLst/>
              <a:cxnLst/>
              <a:rect l="l" t="t" r="r" b="b"/>
              <a:pathLst>
                <a:path w="3782" h="5061" extrusionOk="0">
                  <a:moveTo>
                    <a:pt x="2095" y="0"/>
                  </a:moveTo>
                  <a:lnTo>
                    <a:pt x="1" y="524"/>
                  </a:lnTo>
                  <a:lnTo>
                    <a:pt x="1571" y="5060"/>
                  </a:lnTo>
                  <a:lnTo>
                    <a:pt x="3782" y="4653"/>
                  </a:lnTo>
                  <a:lnTo>
                    <a:pt x="20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 rot="555532">
              <a:off x="5488969" y="2720347"/>
              <a:ext cx="117803" cy="132354"/>
            </a:xfrm>
            <a:custGeom>
              <a:avLst/>
              <a:gdLst/>
              <a:ahLst/>
              <a:cxnLst/>
              <a:rect l="l" t="t" r="r" b="b"/>
              <a:pathLst>
                <a:path w="4712" h="5294" extrusionOk="0">
                  <a:moveTo>
                    <a:pt x="3199" y="0"/>
                  </a:moveTo>
                  <a:lnTo>
                    <a:pt x="0" y="3548"/>
                  </a:lnTo>
                  <a:lnTo>
                    <a:pt x="1512" y="5293"/>
                  </a:lnTo>
                  <a:lnTo>
                    <a:pt x="4711" y="1571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5331650" y="4645225"/>
              <a:ext cx="170150" cy="184675"/>
            </a:xfrm>
            <a:custGeom>
              <a:avLst/>
              <a:gdLst/>
              <a:ahLst/>
              <a:cxnLst/>
              <a:rect l="l" t="t" r="r" b="b"/>
              <a:pathLst>
                <a:path w="6806" h="7387" fill="none" extrusionOk="0">
                  <a:moveTo>
                    <a:pt x="5293" y="3897"/>
                  </a:moveTo>
                  <a:cubicBezTo>
                    <a:pt x="4595" y="2618"/>
                    <a:pt x="3432" y="1629"/>
                    <a:pt x="2094" y="1164"/>
                  </a:cubicBezTo>
                  <a:lnTo>
                    <a:pt x="2094" y="1164"/>
                  </a:lnTo>
                  <a:cubicBezTo>
                    <a:pt x="1047" y="815"/>
                    <a:pt x="175" y="2152"/>
                    <a:pt x="989" y="2908"/>
                  </a:cubicBezTo>
                  <a:cubicBezTo>
                    <a:pt x="1745" y="3606"/>
                    <a:pt x="2676" y="4072"/>
                    <a:pt x="3665" y="4130"/>
                  </a:cubicBezTo>
                  <a:cubicBezTo>
                    <a:pt x="4188" y="3781"/>
                    <a:pt x="4421" y="3141"/>
                    <a:pt x="4537" y="2501"/>
                  </a:cubicBezTo>
                  <a:cubicBezTo>
                    <a:pt x="4654" y="1862"/>
                    <a:pt x="4770" y="1222"/>
                    <a:pt x="5119" y="698"/>
                  </a:cubicBezTo>
                  <a:lnTo>
                    <a:pt x="5177" y="698"/>
                  </a:lnTo>
                  <a:cubicBezTo>
                    <a:pt x="5700" y="0"/>
                    <a:pt x="6806" y="756"/>
                    <a:pt x="6398" y="1513"/>
                  </a:cubicBezTo>
                  <a:cubicBezTo>
                    <a:pt x="5584" y="3083"/>
                    <a:pt x="4188" y="4304"/>
                    <a:pt x="2502" y="4828"/>
                  </a:cubicBezTo>
                  <a:cubicBezTo>
                    <a:pt x="1978" y="4944"/>
                    <a:pt x="1396" y="5060"/>
                    <a:pt x="931" y="5409"/>
                  </a:cubicBezTo>
                  <a:cubicBezTo>
                    <a:pt x="350" y="5875"/>
                    <a:pt x="175" y="6631"/>
                    <a:pt x="1" y="7387"/>
                  </a:cubicBezTo>
                </a:path>
              </a:pathLst>
            </a:custGeom>
            <a:noFill/>
            <a:ln w="8725" cap="flat" cmpd="sng">
              <a:solidFill>
                <a:schemeClr val="dk1"/>
              </a:solidFill>
              <a:prstDash val="solid"/>
              <a:miter lim="581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4270200" y="1209100"/>
              <a:ext cx="279200" cy="375050"/>
            </a:xfrm>
            <a:custGeom>
              <a:avLst/>
              <a:gdLst/>
              <a:ahLst/>
              <a:cxnLst/>
              <a:rect l="l" t="t" r="r" b="b"/>
              <a:pathLst>
                <a:path w="11168" h="15002" extrusionOk="0">
                  <a:moveTo>
                    <a:pt x="3247" y="1"/>
                  </a:moveTo>
                  <a:cubicBezTo>
                    <a:pt x="2116" y="1"/>
                    <a:pt x="993" y="278"/>
                    <a:pt x="0" y="882"/>
                  </a:cubicBezTo>
                  <a:lnTo>
                    <a:pt x="2676" y="7628"/>
                  </a:lnTo>
                  <a:cubicBezTo>
                    <a:pt x="3723" y="8326"/>
                    <a:pt x="3839" y="9838"/>
                    <a:pt x="3839" y="11118"/>
                  </a:cubicBezTo>
                  <a:cubicBezTo>
                    <a:pt x="3839" y="12398"/>
                    <a:pt x="3955" y="13910"/>
                    <a:pt x="5002" y="14608"/>
                  </a:cubicBezTo>
                  <a:cubicBezTo>
                    <a:pt x="5359" y="14883"/>
                    <a:pt x="5795" y="15002"/>
                    <a:pt x="6240" y="15002"/>
                  </a:cubicBezTo>
                  <a:cubicBezTo>
                    <a:pt x="6738" y="15002"/>
                    <a:pt x="7248" y="14853"/>
                    <a:pt x="7678" y="14608"/>
                  </a:cubicBezTo>
                  <a:cubicBezTo>
                    <a:pt x="8492" y="14142"/>
                    <a:pt x="9074" y="13386"/>
                    <a:pt x="9539" y="12572"/>
                  </a:cubicBezTo>
                  <a:cubicBezTo>
                    <a:pt x="11167" y="9606"/>
                    <a:pt x="11167" y="5651"/>
                    <a:pt x="9132" y="2917"/>
                  </a:cubicBezTo>
                  <a:cubicBezTo>
                    <a:pt x="7777" y="1098"/>
                    <a:pt x="5496" y="1"/>
                    <a:pt x="3247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4294925" y="1399800"/>
              <a:ext cx="82900" cy="84350"/>
            </a:xfrm>
            <a:custGeom>
              <a:avLst/>
              <a:gdLst/>
              <a:ahLst/>
              <a:cxnLst/>
              <a:rect l="l" t="t" r="r" b="b"/>
              <a:pathLst>
                <a:path w="3316" h="3374" extrusionOk="0">
                  <a:moveTo>
                    <a:pt x="1629" y="0"/>
                  </a:moveTo>
                  <a:cubicBezTo>
                    <a:pt x="698" y="0"/>
                    <a:pt x="0" y="756"/>
                    <a:pt x="0" y="1687"/>
                  </a:cubicBezTo>
                  <a:cubicBezTo>
                    <a:pt x="0" y="2618"/>
                    <a:pt x="698" y="3374"/>
                    <a:pt x="1629" y="3374"/>
                  </a:cubicBezTo>
                  <a:cubicBezTo>
                    <a:pt x="2559" y="3374"/>
                    <a:pt x="3315" y="2618"/>
                    <a:pt x="3315" y="1687"/>
                  </a:cubicBezTo>
                  <a:cubicBezTo>
                    <a:pt x="3315" y="756"/>
                    <a:pt x="2559" y="0"/>
                    <a:pt x="1629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4444675" y="1178525"/>
              <a:ext cx="237050" cy="231775"/>
            </a:xfrm>
            <a:custGeom>
              <a:avLst/>
              <a:gdLst/>
              <a:ahLst/>
              <a:cxnLst/>
              <a:rect l="l" t="t" r="r" b="b"/>
              <a:pathLst>
                <a:path w="9482" h="9271" extrusionOk="0">
                  <a:moveTo>
                    <a:pt x="9481" y="8328"/>
                  </a:moveTo>
                  <a:cubicBezTo>
                    <a:pt x="9474" y="8338"/>
                    <a:pt x="9467" y="8347"/>
                    <a:pt x="9460" y="8357"/>
                  </a:cubicBezTo>
                  <a:lnTo>
                    <a:pt x="9460" y="8357"/>
                  </a:lnTo>
                  <a:cubicBezTo>
                    <a:pt x="9467" y="8348"/>
                    <a:pt x="9474" y="8338"/>
                    <a:pt x="9481" y="8328"/>
                  </a:cubicBezTo>
                  <a:close/>
                  <a:moveTo>
                    <a:pt x="2927" y="0"/>
                  </a:moveTo>
                  <a:cubicBezTo>
                    <a:pt x="2844" y="0"/>
                    <a:pt x="2760" y="4"/>
                    <a:pt x="2676" y="11"/>
                  </a:cubicBezTo>
                  <a:cubicBezTo>
                    <a:pt x="1280" y="127"/>
                    <a:pt x="1" y="1348"/>
                    <a:pt x="59" y="2686"/>
                  </a:cubicBezTo>
                  <a:lnTo>
                    <a:pt x="1862" y="3617"/>
                  </a:lnTo>
                  <a:cubicBezTo>
                    <a:pt x="2005" y="3079"/>
                    <a:pt x="2547" y="2762"/>
                    <a:pt x="3078" y="2762"/>
                  </a:cubicBezTo>
                  <a:cubicBezTo>
                    <a:pt x="3408" y="2762"/>
                    <a:pt x="3733" y="2884"/>
                    <a:pt x="3956" y="3151"/>
                  </a:cubicBezTo>
                  <a:cubicBezTo>
                    <a:pt x="4479" y="3733"/>
                    <a:pt x="4363" y="4664"/>
                    <a:pt x="4305" y="5420"/>
                  </a:cubicBezTo>
                  <a:cubicBezTo>
                    <a:pt x="4305" y="6758"/>
                    <a:pt x="4828" y="8153"/>
                    <a:pt x="5933" y="8851"/>
                  </a:cubicBezTo>
                  <a:cubicBezTo>
                    <a:pt x="6375" y="9131"/>
                    <a:pt x="6910" y="9270"/>
                    <a:pt x="7442" y="9270"/>
                  </a:cubicBezTo>
                  <a:cubicBezTo>
                    <a:pt x="8226" y="9270"/>
                    <a:pt x="9003" y="8966"/>
                    <a:pt x="9460" y="8357"/>
                  </a:cubicBezTo>
                  <a:lnTo>
                    <a:pt x="9460" y="8357"/>
                  </a:lnTo>
                  <a:cubicBezTo>
                    <a:pt x="9297" y="8567"/>
                    <a:pt x="9046" y="8661"/>
                    <a:pt x="8775" y="8661"/>
                  </a:cubicBezTo>
                  <a:cubicBezTo>
                    <a:pt x="8344" y="8661"/>
                    <a:pt x="7866" y="8423"/>
                    <a:pt x="7620" y="8037"/>
                  </a:cubicBezTo>
                  <a:cubicBezTo>
                    <a:pt x="7213" y="7397"/>
                    <a:pt x="7271" y="6641"/>
                    <a:pt x="7213" y="5885"/>
                  </a:cubicBezTo>
                  <a:cubicBezTo>
                    <a:pt x="7213" y="4489"/>
                    <a:pt x="6922" y="3093"/>
                    <a:pt x="6166" y="1930"/>
                  </a:cubicBezTo>
                  <a:cubicBezTo>
                    <a:pt x="5455" y="837"/>
                    <a:pt x="4231" y="0"/>
                    <a:pt x="2927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2253425" y="3387475"/>
              <a:ext cx="644175" cy="1321750"/>
            </a:xfrm>
            <a:custGeom>
              <a:avLst/>
              <a:gdLst/>
              <a:ahLst/>
              <a:cxnLst/>
              <a:rect l="l" t="t" r="r" b="b"/>
              <a:pathLst>
                <a:path w="25767" h="52870" extrusionOk="0">
                  <a:moveTo>
                    <a:pt x="9306" y="0"/>
                  </a:moveTo>
                  <a:lnTo>
                    <a:pt x="1" y="4886"/>
                  </a:lnTo>
                  <a:lnTo>
                    <a:pt x="20183" y="52870"/>
                  </a:lnTo>
                  <a:lnTo>
                    <a:pt x="25766" y="49845"/>
                  </a:lnTo>
                  <a:cubicBezTo>
                    <a:pt x="25766" y="49845"/>
                    <a:pt x="21346" y="20764"/>
                    <a:pt x="17449" y="14250"/>
                  </a:cubicBezTo>
                  <a:cubicBezTo>
                    <a:pt x="13552" y="7678"/>
                    <a:pt x="9306" y="0"/>
                    <a:pt x="9306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439150" y="3486350"/>
              <a:ext cx="399900" cy="1374100"/>
            </a:xfrm>
            <a:custGeom>
              <a:avLst/>
              <a:gdLst/>
              <a:ahLst/>
              <a:cxnLst/>
              <a:rect l="l" t="t" r="r" b="b"/>
              <a:pathLst>
                <a:path w="15996" h="54964" extrusionOk="0">
                  <a:moveTo>
                    <a:pt x="10296" y="0"/>
                  </a:moveTo>
                  <a:lnTo>
                    <a:pt x="1" y="2094"/>
                  </a:lnTo>
                  <a:lnTo>
                    <a:pt x="5410" y="52986"/>
                  </a:lnTo>
                  <a:lnTo>
                    <a:pt x="11633" y="54963"/>
                  </a:lnTo>
                  <a:cubicBezTo>
                    <a:pt x="11633" y="54963"/>
                    <a:pt x="15995" y="23265"/>
                    <a:pt x="14076" y="15937"/>
                  </a:cubicBezTo>
                  <a:cubicBezTo>
                    <a:pt x="12157" y="8550"/>
                    <a:pt x="10296" y="0"/>
                    <a:pt x="10296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4696225" y="4649575"/>
              <a:ext cx="143975" cy="143975"/>
            </a:xfrm>
            <a:custGeom>
              <a:avLst/>
              <a:gdLst/>
              <a:ahLst/>
              <a:cxnLst/>
              <a:rect l="l" t="t" r="r" b="b"/>
              <a:pathLst>
                <a:path w="5759" h="5759" extrusionOk="0">
                  <a:moveTo>
                    <a:pt x="2909" y="1"/>
                  </a:moveTo>
                  <a:cubicBezTo>
                    <a:pt x="1280" y="1"/>
                    <a:pt x="1" y="1280"/>
                    <a:pt x="1" y="2851"/>
                  </a:cubicBezTo>
                  <a:cubicBezTo>
                    <a:pt x="1" y="4479"/>
                    <a:pt x="1280" y="5759"/>
                    <a:pt x="2909" y="5759"/>
                  </a:cubicBezTo>
                  <a:cubicBezTo>
                    <a:pt x="4479" y="5759"/>
                    <a:pt x="5759" y="4479"/>
                    <a:pt x="5759" y="2851"/>
                  </a:cubicBezTo>
                  <a:cubicBezTo>
                    <a:pt x="5759" y="1280"/>
                    <a:pt x="4479" y="1"/>
                    <a:pt x="2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4435950" y="4842975"/>
              <a:ext cx="145425" cy="145425"/>
            </a:xfrm>
            <a:custGeom>
              <a:avLst/>
              <a:gdLst/>
              <a:ahLst/>
              <a:cxnLst/>
              <a:rect l="l" t="t" r="r" b="b"/>
              <a:pathLst>
                <a:path w="5817" h="5817" extrusionOk="0">
                  <a:moveTo>
                    <a:pt x="2909" y="0"/>
                  </a:moveTo>
                  <a:cubicBezTo>
                    <a:pt x="1338" y="0"/>
                    <a:pt x="1" y="1280"/>
                    <a:pt x="1" y="2908"/>
                  </a:cubicBezTo>
                  <a:cubicBezTo>
                    <a:pt x="1" y="4479"/>
                    <a:pt x="1338" y="5817"/>
                    <a:pt x="2909" y="5817"/>
                  </a:cubicBezTo>
                  <a:cubicBezTo>
                    <a:pt x="4537" y="5817"/>
                    <a:pt x="5817" y="4479"/>
                    <a:pt x="5817" y="2908"/>
                  </a:cubicBezTo>
                  <a:cubicBezTo>
                    <a:pt x="5817" y="1280"/>
                    <a:pt x="4537" y="0"/>
                    <a:pt x="2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4481025" y="4888050"/>
              <a:ext cx="55275" cy="55275"/>
            </a:xfrm>
            <a:custGeom>
              <a:avLst/>
              <a:gdLst/>
              <a:ahLst/>
              <a:cxnLst/>
              <a:rect l="l" t="t" r="r" b="b"/>
              <a:pathLst>
                <a:path w="2211" h="2211" extrusionOk="0">
                  <a:moveTo>
                    <a:pt x="1106" y="0"/>
                  </a:moveTo>
                  <a:cubicBezTo>
                    <a:pt x="524" y="0"/>
                    <a:pt x="1" y="466"/>
                    <a:pt x="1" y="1105"/>
                  </a:cubicBezTo>
                  <a:cubicBezTo>
                    <a:pt x="1" y="1687"/>
                    <a:pt x="524" y="2211"/>
                    <a:pt x="1106" y="2211"/>
                  </a:cubicBezTo>
                  <a:cubicBezTo>
                    <a:pt x="1746" y="2211"/>
                    <a:pt x="2211" y="1687"/>
                    <a:pt x="2211" y="1105"/>
                  </a:cubicBezTo>
                  <a:cubicBezTo>
                    <a:pt x="2211" y="466"/>
                    <a:pt x="1746" y="0"/>
                    <a:pt x="11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4738400" y="4694650"/>
              <a:ext cx="55275" cy="55300"/>
            </a:xfrm>
            <a:custGeom>
              <a:avLst/>
              <a:gdLst/>
              <a:ahLst/>
              <a:cxnLst/>
              <a:rect l="l" t="t" r="r" b="b"/>
              <a:pathLst>
                <a:path w="2211" h="2212" extrusionOk="0">
                  <a:moveTo>
                    <a:pt x="1106" y="1"/>
                  </a:moveTo>
                  <a:cubicBezTo>
                    <a:pt x="524" y="1"/>
                    <a:pt x="0" y="524"/>
                    <a:pt x="0" y="1106"/>
                  </a:cubicBezTo>
                  <a:cubicBezTo>
                    <a:pt x="0" y="1746"/>
                    <a:pt x="524" y="2211"/>
                    <a:pt x="1106" y="2211"/>
                  </a:cubicBezTo>
                  <a:cubicBezTo>
                    <a:pt x="1745" y="2211"/>
                    <a:pt x="2211" y="1746"/>
                    <a:pt x="2211" y="1106"/>
                  </a:cubicBezTo>
                  <a:cubicBezTo>
                    <a:pt x="2211" y="524"/>
                    <a:pt x="1745" y="1"/>
                    <a:pt x="11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3013900" y="2612475"/>
              <a:ext cx="796850" cy="1073100"/>
            </a:xfrm>
            <a:custGeom>
              <a:avLst/>
              <a:gdLst/>
              <a:ahLst/>
              <a:cxnLst/>
              <a:rect l="l" t="t" r="r" b="b"/>
              <a:pathLst>
                <a:path w="31874" h="42924" extrusionOk="0">
                  <a:moveTo>
                    <a:pt x="1105" y="0"/>
                  </a:moveTo>
                  <a:lnTo>
                    <a:pt x="0" y="815"/>
                  </a:lnTo>
                  <a:lnTo>
                    <a:pt x="30710" y="42924"/>
                  </a:lnTo>
                  <a:lnTo>
                    <a:pt x="31873" y="4210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3512625" y="3558775"/>
              <a:ext cx="1320300" cy="1384550"/>
            </a:xfrm>
            <a:custGeom>
              <a:avLst/>
              <a:gdLst/>
              <a:ahLst/>
              <a:cxnLst/>
              <a:rect l="l" t="t" r="r" b="b"/>
              <a:pathLst>
                <a:path w="52812" h="55382" extrusionOk="0">
                  <a:moveTo>
                    <a:pt x="15543" y="1"/>
                  </a:moveTo>
                  <a:cubicBezTo>
                    <a:pt x="14041" y="1"/>
                    <a:pt x="12534" y="499"/>
                    <a:pt x="11284" y="1524"/>
                  </a:cubicBezTo>
                  <a:lnTo>
                    <a:pt x="1" y="10655"/>
                  </a:lnTo>
                  <a:lnTo>
                    <a:pt x="36236" y="55382"/>
                  </a:lnTo>
                  <a:lnTo>
                    <a:pt x="52812" y="41946"/>
                  </a:lnTo>
                  <a:lnTo>
                    <a:pt x="20881" y="2571"/>
                  </a:lnTo>
                  <a:cubicBezTo>
                    <a:pt x="19521" y="879"/>
                    <a:pt x="17537" y="1"/>
                    <a:pt x="15543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2848125" y="2458350"/>
              <a:ext cx="321400" cy="290325"/>
            </a:xfrm>
            <a:custGeom>
              <a:avLst/>
              <a:gdLst/>
              <a:ahLst/>
              <a:cxnLst/>
              <a:rect l="l" t="t" r="r" b="b"/>
              <a:pathLst>
                <a:path w="12856" h="11613" extrusionOk="0">
                  <a:moveTo>
                    <a:pt x="2036" y="0"/>
                  </a:moveTo>
                  <a:lnTo>
                    <a:pt x="1" y="2966"/>
                  </a:lnTo>
                  <a:cubicBezTo>
                    <a:pt x="1" y="2966"/>
                    <a:pt x="1339" y="3722"/>
                    <a:pt x="2269" y="5351"/>
                  </a:cubicBezTo>
                  <a:cubicBezTo>
                    <a:pt x="3258" y="6980"/>
                    <a:pt x="5235" y="9073"/>
                    <a:pt x="6166" y="9888"/>
                  </a:cubicBezTo>
                  <a:cubicBezTo>
                    <a:pt x="6596" y="10289"/>
                    <a:pt x="7409" y="10549"/>
                    <a:pt x="8170" y="10549"/>
                  </a:cubicBezTo>
                  <a:cubicBezTo>
                    <a:pt x="8953" y="10549"/>
                    <a:pt x="9682" y="10275"/>
                    <a:pt x="9888" y="9597"/>
                  </a:cubicBezTo>
                  <a:cubicBezTo>
                    <a:pt x="10179" y="8666"/>
                    <a:pt x="8434" y="9713"/>
                    <a:pt x="6806" y="7910"/>
                  </a:cubicBezTo>
                  <a:cubicBezTo>
                    <a:pt x="5369" y="6313"/>
                    <a:pt x="6319" y="4668"/>
                    <a:pt x="7961" y="4668"/>
                  </a:cubicBezTo>
                  <a:cubicBezTo>
                    <a:pt x="8114" y="4668"/>
                    <a:pt x="8272" y="4682"/>
                    <a:pt x="8434" y="4711"/>
                  </a:cubicBezTo>
                  <a:cubicBezTo>
                    <a:pt x="10063" y="5060"/>
                    <a:pt x="11168" y="10935"/>
                    <a:pt x="11982" y="11516"/>
                  </a:cubicBezTo>
                  <a:cubicBezTo>
                    <a:pt x="12072" y="11580"/>
                    <a:pt x="12155" y="11613"/>
                    <a:pt x="12229" y="11613"/>
                  </a:cubicBezTo>
                  <a:cubicBezTo>
                    <a:pt x="12826" y="11613"/>
                    <a:pt x="12856" y="9510"/>
                    <a:pt x="11459" y="5060"/>
                  </a:cubicBezTo>
                  <a:cubicBezTo>
                    <a:pt x="10458" y="1751"/>
                    <a:pt x="8007" y="1191"/>
                    <a:pt x="6244" y="1191"/>
                  </a:cubicBezTo>
                  <a:cubicBezTo>
                    <a:pt x="5341" y="1191"/>
                    <a:pt x="4619" y="1338"/>
                    <a:pt x="4363" y="1338"/>
                  </a:cubicBezTo>
                  <a:cubicBezTo>
                    <a:pt x="3549" y="1338"/>
                    <a:pt x="2036" y="0"/>
                    <a:pt x="2036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2992075" y="2573200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3" y="1"/>
                  </a:moveTo>
                  <a:cubicBezTo>
                    <a:pt x="931" y="1"/>
                    <a:pt x="1" y="990"/>
                    <a:pt x="1" y="2153"/>
                  </a:cubicBezTo>
                  <a:cubicBezTo>
                    <a:pt x="1" y="3374"/>
                    <a:pt x="931" y="4305"/>
                    <a:pt x="2153" y="4305"/>
                  </a:cubicBezTo>
                  <a:cubicBezTo>
                    <a:pt x="3316" y="4305"/>
                    <a:pt x="4305" y="3374"/>
                    <a:pt x="4305" y="2153"/>
                  </a:cubicBezTo>
                  <a:cubicBezTo>
                    <a:pt x="4305" y="990"/>
                    <a:pt x="3316" y="1"/>
                    <a:pt x="2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30850" y="2326475"/>
              <a:ext cx="257375" cy="130000"/>
            </a:xfrm>
            <a:custGeom>
              <a:avLst/>
              <a:gdLst/>
              <a:ahLst/>
              <a:cxnLst/>
              <a:rect l="l" t="t" r="r" b="b"/>
              <a:pathLst>
                <a:path w="10295" h="5200" extrusionOk="0">
                  <a:moveTo>
                    <a:pt x="6815" y="0"/>
                  </a:moveTo>
                  <a:cubicBezTo>
                    <a:pt x="6126" y="0"/>
                    <a:pt x="5370" y="88"/>
                    <a:pt x="4595" y="273"/>
                  </a:cubicBezTo>
                  <a:cubicBezTo>
                    <a:pt x="1920" y="913"/>
                    <a:pt x="0" y="2483"/>
                    <a:pt x="349" y="3763"/>
                  </a:cubicBezTo>
                  <a:cubicBezTo>
                    <a:pt x="556" y="4672"/>
                    <a:pt x="1848" y="5199"/>
                    <a:pt x="3538" y="5199"/>
                  </a:cubicBezTo>
                  <a:cubicBezTo>
                    <a:pt x="4228" y="5199"/>
                    <a:pt x="4983" y="5111"/>
                    <a:pt x="5758" y="4926"/>
                  </a:cubicBezTo>
                  <a:cubicBezTo>
                    <a:pt x="8376" y="4286"/>
                    <a:pt x="10295" y="2716"/>
                    <a:pt x="10004" y="1436"/>
                  </a:cubicBezTo>
                  <a:cubicBezTo>
                    <a:pt x="9797" y="528"/>
                    <a:pt x="8505" y="0"/>
                    <a:pt x="6815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674725" y="2453975"/>
              <a:ext cx="862275" cy="1119650"/>
            </a:xfrm>
            <a:custGeom>
              <a:avLst/>
              <a:gdLst/>
              <a:ahLst/>
              <a:cxnLst/>
              <a:rect l="l" t="t" r="r" b="b"/>
              <a:pathLst>
                <a:path w="34491" h="44786" extrusionOk="0">
                  <a:moveTo>
                    <a:pt x="25068" y="1"/>
                  </a:moveTo>
                  <a:lnTo>
                    <a:pt x="0" y="1629"/>
                  </a:lnTo>
                  <a:lnTo>
                    <a:pt x="5002" y="2967"/>
                  </a:lnTo>
                  <a:lnTo>
                    <a:pt x="21578" y="44785"/>
                  </a:lnTo>
                  <a:lnTo>
                    <a:pt x="34490" y="37457"/>
                  </a:lnTo>
                  <a:lnTo>
                    <a:pt x="25068" y="1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401350" y="2227150"/>
              <a:ext cx="882625" cy="1391550"/>
            </a:xfrm>
            <a:custGeom>
              <a:avLst/>
              <a:gdLst/>
              <a:ahLst/>
              <a:cxnLst/>
              <a:rect l="l" t="t" r="r" b="b"/>
              <a:pathLst>
                <a:path w="35305" h="55662" extrusionOk="0">
                  <a:moveTo>
                    <a:pt x="29605" y="0"/>
                  </a:moveTo>
                  <a:lnTo>
                    <a:pt x="10528" y="2211"/>
                  </a:lnTo>
                  <a:lnTo>
                    <a:pt x="9597" y="10121"/>
                  </a:lnTo>
                  <a:lnTo>
                    <a:pt x="1" y="52579"/>
                  </a:lnTo>
                  <a:lnTo>
                    <a:pt x="13960" y="55661"/>
                  </a:lnTo>
                  <a:lnTo>
                    <a:pt x="32688" y="18554"/>
                  </a:lnTo>
                  <a:cubicBezTo>
                    <a:pt x="35305" y="14017"/>
                    <a:pt x="35189" y="8376"/>
                    <a:pt x="32281" y="4014"/>
                  </a:cubicBezTo>
                  <a:lnTo>
                    <a:pt x="29605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1837575" y="1963975"/>
              <a:ext cx="555475" cy="628150"/>
            </a:xfrm>
            <a:custGeom>
              <a:avLst/>
              <a:gdLst/>
              <a:ahLst/>
              <a:cxnLst/>
              <a:rect l="l" t="t" r="r" b="b"/>
              <a:pathLst>
                <a:path w="22219" h="25126" extrusionOk="0">
                  <a:moveTo>
                    <a:pt x="11284" y="0"/>
                  </a:moveTo>
                  <a:lnTo>
                    <a:pt x="0" y="13726"/>
                  </a:lnTo>
                  <a:lnTo>
                    <a:pt x="19426" y="25126"/>
                  </a:lnTo>
                  <a:lnTo>
                    <a:pt x="20066" y="24603"/>
                  </a:lnTo>
                  <a:cubicBezTo>
                    <a:pt x="22218" y="21694"/>
                    <a:pt x="16053" y="13843"/>
                    <a:pt x="13436" y="11400"/>
                  </a:cubicBezTo>
                  <a:lnTo>
                    <a:pt x="11284" y="0"/>
                  </a:ln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1328650" y="745350"/>
              <a:ext cx="376625" cy="448125"/>
            </a:xfrm>
            <a:custGeom>
              <a:avLst/>
              <a:gdLst/>
              <a:ahLst/>
              <a:cxnLst/>
              <a:rect l="l" t="t" r="r" b="b"/>
              <a:pathLst>
                <a:path w="15065" h="17925" extrusionOk="0">
                  <a:moveTo>
                    <a:pt x="6922" y="0"/>
                  </a:moveTo>
                  <a:cubicBezTo>
                    <a:pt x="6652" y="0"/>
                    <a:pt x="6380" y="21"/>
                    <a:pt x="6108" y="64"/>
                  </a:cubicBezTo>
                  <a:cubicBezTo>
                    <a:pt x="2385" y="645"/>
                    <a:pt x="1" y="5124"/>
                    <a:pt x="757" y="10009"/>
                  </a:cubicBezTo>
                  <a:cubicBezTo>
                    <a:pt x="1457" y="14591"/>
                    <a:pt x="4656" y="17925"/>
                    <a:pt x="8084" y="17925"/>
                  </a:cubicBezTo>
                  <a:cubicBezTo>
                    <a:pt x="8355" y="17925"/>
                    <a:pt x="8627" y="17904"/>
                    <a:pt x="8899" y="17861"/>
                  </a:cubicBezTo>
                  <a:cubicBezTo>
                    <a:pt x="12680" y="17280"/>
                    <a:pt x="15064" y="12801"/>
                    <a:pt x="14308" y="7916"/>
                  </a:cubicBezTo>
                  <a:cubicBezTo>
                    <a:pt x="13554" y="3333"/>
                    <a:pt x="10351" y="0"/>
                    <a:pt x="6922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415500" y="2068650"/>
              <a:ext cx="791025" cy="335925"/>
            </a:xfrm>
            <a:custGeom>
              <a:avLst/>
              <a:gdLst/>
              <a:ahLst/>
              <a:cxnLst/>
              <a:rect l="l" t="t" r="r" b="b"/>
              <a:pathLst>
                <a:path w="31641" h="13437" extrusionOk="0">
                  <a:moveTo>
                    <a:pt x="26581" y="1"/>
                  </a:moveTo>
                  <a:lnTo>
                    <a:pt x="1" y="10528"/>
                  </a:lnTo>
                  <a:lnTo>
                    <a:pt x="1746" y="13436"/>
                  </a:lnTo>
                  <a:lnTo>
                    <a:pt x="31641" y="7969"/>
                  </a:lnTo>
                  <a:lnTo>
                    <a:pt x="26581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1478425" y="1069725"/>
              <a:ext cx="244300" cy="308275"/>
            </a:xfrm>
            <a:custGeom>
              <a:avLst/>
              <a:gdLst/>
              <a:ahLst/>
              <a:cxnLst/>
              <a:rect l="l" t="t" r="r" b="b"/>
              <a:pathLst>
                <a:path w="9772" h="12331" extrusionOk="0">
                  <a:moveTo>
                    <a:pt x="4944" y="1"/>
                  </a:moveTo>
                  <a:lnTo>
                    <a:pt x="0" y="2385"/>
                  </a:lnTo>
                  <a:lnTo>
                    <a:pt x="4828" y="12331"/>
                  </a:lnTo>
                  <a:lnTo>
                    <a:pt x="9771" y="9946"/>
                  </a:lnTo>
                  <a:lnTo>
                    <a:pt x="4944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2349400" y="1857825"/>
              <a:ext cx="607800" cy="718325"/>
            </a:xfrm>
            <a:custGeom>
              <a:avLst/>
              <a:gdLst/>
              <a:ahLst/>
              <a:cxnLst/>
              <a:rect l="l" t="t" r="r" b="b"/>
              <a:pathLst>
                <a:path w="24312" h="28733" extrusionOk="0">
                  <a:moveTo>
                    <a:pt x="3897" y="0"/>
                  </a:moveTo>
                  <a:lnTo>
                    <a:pt x="0" y="8143"/>
                  </a:lnTo>
                  <a:lnTo>
                    <a:pt x="21637" y="28732"/>
                  </a:lnTo>
                  <a:lnTo>
                    <a:pt x="24312" y="25359"/>
                  </a:lnTo>
                  <a:lnTo>
                    <a:pt x="3897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1478425" y="1392525"/>
              <a:ext cx="917525" cy="1365375"/>
            </a:xfrm>
            <a:custGeom>
              <a:avLst/>
              <a:gdLst/>
              <a:ahLst/>
              <a:cxnLst/>
              <a:rect l="l" t="t" r="r" b="b"/>
              <a:pathLst>
                <a:path w="36701" h="54615" extrusionOk="0">
                  <a:moveTo>
                    <a:pt x="17158" y="1"/>
                  </a:moveTo>
                  <a:lnTo>
                    <a:pt x="0" y="2734"/>
                  </a:lnTo>
                  <a:lnTo>
                    <a:pt x="3606" y="54614"/>
                  </a:lnTo>
                  <a:lnTo>
                    <a:pt x="36700" y="48275"/>
                  </a:lnTo>
                  <a:lnTo>
                    <a:pt x="171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1306075" y="699850"/>
              <a:ext cx="317775" cy="215775"/>
            </a:xfrm>
            <a:custGeom>
              <a:avLst/>
              <a:gdLst/>
              <a:ahLst/>
              <a:cxnLst/>
              <a:rect l="l" t="t" r="r" b="b"/>
              <a:pathLst>
                <a:path w="12711" h="8631" extrusionOk="0">
                  <a:moveTo>
                    <a:pt x="6010" y="0"/>
                  </a:moveTo>
                  <a:cubicBezTo>
                    <a:pt x="4014" y="0"/>
                    <a:pt x="1" y="807"/>
                    <a:pt x="1194" y="7525"/>
                  </a:cubicBezTo>
                  <a:lnTo>
                    <a:pt x="12710" y="8630"/>
                  </a:lnTo>
                  <a:lnTo>
                    <a:pt x="7069" y="81"/>
                  </a:lnTo>
                  <a:cubicBezTo>
                    <a:pt x="7069" y="81"/>
                    <a:pt x="6640" y="0"/>
                    <a:pt x="6010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24225" y="2065725"/>
              <a:ext cx="783775" cy="330125"/>
            </a:xfrm>
            <a:custGeom>
              <a:avLst/>
              <a:gdLst/>
              <a:ahLst/>
              <a:cxnLst/>
              <a:rect l="l" t="t" r="r" b="b"/>
              <a:pathLst>
                <a:path w="31351" h="13205" extrusionOk="0">
                  <a:moveTo>
                    <a:pt x="26403" y="0"/>
                  </a:moveTo>
                  <a:cubicBezTo>
                    <a:pt x="26063" y="0"/>
                    <a:pt x="1" y="10529"/>
                    <a:pt x="1" y="10529"/>
                  </a:cubicBezTo>
                  <a:lnTo>
                    <a:pt x="1571" y="13204"/>
                  </a:lnTo>
                  <a:lnTo>
                    <a:pt x="31350" y="7621"/>
                  </a:lnTo>
                  <a:cubicBezTo>
                    <a:pt x="31350" y="7621"/>
                    <a:pt x="26523" y="118"/>
                    <a:pt x="26406" y="1"/>
                  </a:cubicBezTo>
                  <a:cubicBezTo>
                    <a:pt x="26406" y="1"/>
                    <a:pt x="26405" y="0"/>
                    <a:pt x="26403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1476975" y="681700"/>
              <a:ext cx="309725" cy="422950"/>
            </a:xfrm>
            <a:custGeom>
              <a:avLst/>
              <a:gdLst/>
              <a:ahLst/>
              <a:cxnLst/>
              <a:rect l="l" t="t" r="r" b="b"/>
              <a:pathLst>
                <a:path w="12389" h="16918" extrusionOk="0">
                  <a:moveTo>
                    <a:pt x="3421" y="1"/>
                  </a:moveTo>
                  <a:cubicBezTo>
                    <a:pt x="2228" y="1"/>
                    <a:pt x="1050" y="275"/>
                    <a:pt x="0" y="865"/>
                  </a:cubicBezTo>
                  <a:lnTo>
                    <a:pt x="2792" y="8542"/>
                  </a:lnTo>
                  <a:cubicBezTo>
                    <a:pt x="3955" y="9415"/>
                    <a:pt x="4013" y="11043"/>
                    <a:pt x="4013" y="12497"/>
                  </a:cubicBezTo>
                  <a:cubicBezTo>
                    <a:pt x="3955" y="13951"/>
                    <a:pt x="4071" y="15638"/>
                    <a:pt x="5235" y="16452"/>
                  </a:cubicBezTo>
                  <a:cubicBezTo>
                    <a:pt x="5642" y="16772"/>
                    <a:pt x="6151" y="16918"/>
                    <a:pt x="6674" y="16918"/>
                  </a:cubicBezTo>
                  <a:cubicBezTo>
                    <a:pt x="7198" y="16918"/>
                    <a:pt x="7736" y="16772"/>
                    <a:pt x="8201" y="16510"/>
                  </a:cubicBezTo>
                  <a:cubicBezTo>
                    <a:pt x="9131" y="16045"/>
                    <a:pt x="9829" y="15173"/>
                    <a:pt x="10353" y="14242"/>
                  </a:cubicBezTo>
                  <a:cubicBezTo>
                    <a:pt x="12272" y="10985"/>
                    <a:pt x="12389" y="6507"/>
                    <a:pt x="10178" y="3424"/>
                  </a:cubicBezTo>
                  <a:cubicBezTo>
                    <a:pt x="8629" y="1278"/>
                    <a:pt x="5993" y="1"/>
                    <a:pt x="3421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1497325" y="896700"/>
              <a:ext cx="94525" cy="93075"/>
            </a:xfrm>
            <a:custGeom>
              <a:avLst/>
              <a:gdLst/>
              <a:ahLst/>
              <a:cxnLst/>
              <a:rect l="l" t="t" r="r" b="b"/>
              <a:pathLst>
                <a:path w="3781" h="3723" extrusionOk="0">
                  <a:moveTo>
                    <a:pt x="1920" y="0"/>
                  </a:moveTo>
                  <a:cubicBezTo>
                    <a:pt x="873" y="0"/>
                    <a:pt x="0" y="815"/>
                    <a:pt x="0" y="1862"/>
                  </a:cubicBezTo>
                  <a:cubicBezTo>
                    <a:pt x="0" y="2908"/>
                    <a:pt x="873" y="3723"/>
                    <a:pt x="1920" y="3723"/>
                  </a:cubicBezTo>
                  <a:cubicBezTo>
                    <a:pt x="2908" y="3723"/>
                    <a:pt x="3781" y="2908"/>
                    <a:pt x="3781" y="1862"/>
                  </a:cubicBezTo>
                  <a:cubicBezTo>
                    <a:pt x="3781" y="815"/>
                    <a:pt x="2908" y="0"/>
                    <a:pt x="1920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1290850" y="659700"/>
              <a:ext cx="507475" cy="158500"/>
            </a:xfrm>
            <a:custGeom>
              <a:avLst/>
              <a:gdLst/>
              <a:ahLst/>
              <a:cxnLst/>
              <a:rect l="l" t="t" r="r" b="b"/>
              <a:pathLst>
                <a:path w="20299" h="6340" extrusionOk="0">
                  <a:moveTo>
                    <a:pt x="1745" y="0"/>
                  </a:moveTo>
                  <a:lnTo>
                    <a:pt x="0" y="6340"/>
                  </a:lnTo>
                  <a:lnTo>
                    <a:pt x="20299" y="6340"/>
                  </a:lnTo>
                  <a:lnTo>
                    <a:pt x="187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1148350" y="818175"/>
              <a:ext cx="786675" cy="62550"/>
            </a:xfrm>
            <a:custGeom>
              <a:avLst/>
              <a:gdLst/>
              <a:ahLst/>
              <a:cxnLst/>
              <a:rect l="l" t="t" r="r" b="b"/>
              <a:pathLst>
                <a:path w="31467" h="2502" extrusionOk="0">
                  <a:moveTo>
                    <a:pt x="5700" y="1"/>
                  </a:moveTo>
                  <a:lnTo>
                    <a:pt x="0" y="2385"/>
                  </a:lnTo>
                  <a:lnTo>
                    <a:pt x="31466" y="2502"/>
                  </a:lnTo>
                  <a:lnTo>
                    <a:pt x="259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1290850" y="774550"/>
              <a:ext cx="507475" cy="43650"/>
            </a:xfrm>
            <a:custGeom>
              <a:avLst/>
              <a:gdLst/>
              <a:ahLst/>
              <a:cxnLst/>
              <a:rect l="l" t="t" r="r" b="b"/>
              <a:pathLst>
                <a:path w="20299" h="1746" extrusionOk="0">
                  <a:moveTo>
                    <a:pt x="291" y="1"/>
                  </a:moveTo>
                  <a:lnTo>
                    <a:pt x="0" y="1746"/>
                  </a:lnTo>
                  <a:lnTo>
                    <a:pt x="20299" y="1746"/>
                  </a:lnTo>
                  <a:lnTo>
                    <a:pt x="20008" y="1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1064025" y="1444875"/>
              <a:ext cx="663050" cy="833200"/>
            </a:xfrm>
            <a:custGeom>
              <a:avLst/>
              <a:gdLst/>
              <a:ahLst/>
              <a:cxnLst/>
              <a:rect l="l" t="t" r="r" b="b"/>
              <a:pathLst>
                <a:path w="26522" h="33328" extrusionOk="0">
                  <a:moveTo>
                    <a:pt x="10993" y="0"/>
                  </a:moveTo>
                  <a:lnTo>
                    <a:pt x="0" y="24370"/>
                  </a:lnTo>
                  <a:lnTo>
                    <a:pt x="5991" y="33327"/>
                  </a:lnTo>
                  <a:lnTo>
                    <a:pt x="26522" y="7038"/>
                  </a:lnTo>
                  <a:lnTo>
                    <a:pt x="109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1338825" y="1188950"/>
              <a:ext cx="1119650" cy="934975"/>
            </a:xfrm>
            <a:custGeom>
              <a:avLst/>
              <a:gdLst/>
              <a:ahLst/>
              <a:cxnLst/>
              <a:rect l="l" t="t" r="r" b="b"/>
              <a:pathLst>
                <a:path w="44786" h="37399" extrusionOk="0">
                  <a:moveTo>
                    <a:pt x="13843" y="1"/>
                  </a:moveTo>
                  <a:cubicBezTo>
                    <a:pt x="12781" y="1594"/>
                    <a:pt x="11013" y="2480"/>
                    <a:pt x="9177" y="2480"/>
                  </a:cubicBezTo>
                  <a:cubicBezTo>
                    <a:pt x="8600" y="2480"/>
                    <a:pt x="8016" y="2392"/>
                    <a:pt x="7445" y="2211"/>
                  </a:cubicBezTo>
                  <a:lnTo>
                    <a:pt x="6806" y="2037"/>
                  </a:lnTo>
                  <a:lnTo>
                    <a:pt x="1" y="10237"/>
                  </a:lnTo>
                  <a:lnTo>
                    <a:pt x="4421" y="15356"/>
                  </a:lnTo>
                  <a:lnTo>
                    <a:pt x="16751" y="15181"/>
                  </a:lnTo>
                  <a:lnTo>
                    <a:pt x="18264" y="11517"/>
                  </a:lnTo>
                  <a:lnTo>
                    <a:pt x="39900" y="37399"/>
                  </a:lnTo>
                  <a:lnTo>
                    <a:pt x="44785" y="26057"/>
                  </a:lnTo>
                  <a:lnTo>
                    <a:pt x="24545" y="2793"/>
                  </a:lnTo>
                  <a:lnTo>
                    <a:pt x="138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2679475" y="4441650"/>
              <a:ext cx="218125" cy="260300"/>
            </a:xfrm>
            <a:custGeom>
              <a:avLst/>
              <a:gdLst/>
              <a:ahLst/>
              <a:cxnLst/>
              <a:rect l="l" t="t" r="r" b="b"/>
              <a:pathLst>
                <a:path w="8725" h="10412" extrusionOk="0">
                  <a:moveTo>
                    <a:pt x="7387" y="1"/>
                  </a:moveTo>
                  <a:lnTo>
                    <a:pt x="0" y="3374"/>
                  </a:lnTo>
                  <a:lnTo>
                    <a:pt x="2385" y="8841"/>
                  </a:lnTo>
                  <a:lnTo>
                    <a:pt x="4362" y="10412"/>
                  </a:lnTo>
                  <a:lnTo>
                    <a:pt x="8724" y="7213"/>
                  </a:lnTo>
                  <a:lnTo>
                    <a:pt x="7387" y="1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2343575" y="4582700"/>
              <a:ext cx="683425" cy="377600"/>
            </a:xfrm>
            <a:custGeom>
              <a:avLst/>
              <a:gdLst/>
              <a:ahLst/>
              <a:cxnLst/>
              <a:rect l="l" t="t" r="r" b="b"/>
              <a:pathLst>
                <a:path w="27337" h="15104" extrusionOk="0">
                  <a:moveTo>
                    <a:pt x="22684" y="0"/>
                  </a:moveTo>
                  <a:cubicBezTo>
                    <a:pt x="22684" y="0"/>
                    <a:pt x="20655" y="3534"/>
                    <a:pt x="17703" y="3534"/>
                  </a:cubicBezTo>
                  <a:cubicBezTo>
                    <a:pt x="16719" y="3534"/>
                    <a:pt x="15632" y="3141"/>
                    <a:pt x="14483" y="2094"/>
                  </a:cubicBezTo>
                  <a:cubicBezTo>
                    <a:pt x="14475" y="2086"/>
                    <a:pt x="14462" y="2082"/>
                    <a:pt x="14444" y="2082"/>
                  </a:cubicBezTo>
                  <a:cubicBezTo>
                    <a:pt x="13689" y="2082"/>
                    <a:pt x="4452" y="9081"/>
                    <a:pt x="873" y="11807"/>
                  </a:cubicBezTo>
                  <a:cubicBezTo>
                    <a:pt x="1" y="12447"/>
                    <a:pt x="59" y="13785"/>
                    <a:pt x="989" y="14366"/>
                  </a:cubicBezTo>
                  <a:cubicBezTo>
                    <a:pt x="1616" y="14769"/>
                    <a:pt x="2449" y="15103"/>
                    <a:pt x="3516" y="15103"/>
                  </a:cubicBezTo>
                  <a:cubicBezTo>
                    <a:pt x="3835" y="15103"/>
                    <a:pt x="4175" y="15073"/>
                    <a:pt x="4537" y="15006"/>
                  </a:cubicBezTo>
                  <a:cubicBezTo>
                    <a:pt x="8143" y="14308"/>
                    <a:pt x="27337" y="9190"/>
                    <a:pt x="27337" y="9190"/>
                  </a:cubicBezTo>
                  <a:cubicBezTo>
                    <a:pt x="27337" y="9190"/>
                    <a:pt x="26057" y="1222"/>
                    <a:pt x="22684" y="0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2343575" y="4582700"/>
              <a:ext cx="673250" cy="366450"/>
            </a:xfrm>
            <a:custGeom>
              <a:avLst/>
              <a:gdLst/>
              <a:ahLst/>
              <a:cxnLst/>
              <a:rect l="l" t="t" r="r" b="b"/>
              <a:pathLst>
                <a:path w="26930" h="14658" extrusionOk="0">
                  <a:moveTo>
                    <a:pt x="22684" y="0"/>
                  </a:moveTo>
                  <a:cubicBezTo>
                    <a:pt x="22684" y="0"/>
                    <a:pt x="20655" y="3534"/>
                    <a:pt x="17703" y="3534"/>
                  </a:cubicBezTo>
                  <a:cubicBezTo>
                    <a:pt x="16719" y="3534"/>
                    <a:pt x="15632" y="3141"/>
                    <a:pt x="14483" y="2094"/>
                  </a:cubicBezTo>
                  <a:cubicBezTo>
                    <a:pt x="14475" y="2086"/>
                    <a:pt x="14462" y="2082"/>
                    <a:pt x="14444" y="2082"/>
                  </a:cubicBezTo>
                  <a:cubicBezTo>
                    <a:pt x="13689" y="2082"/>
                    <a:pt x="4452" y="9081"/>
                    <a:pt x="873" y="11807"/>
                  </a:cubicBezTo>
                  <a:cubicBezTo>
                    <a:pt x="1" y="12447"/>
                    <a:pt x="59" y="13785"/>
                    <a:pt x="989" y="14366"/>
                  </a:cubicBezTo>
                  <a:cubicBezTo>
                    <a:pt x="1106" y="14483"/>
                    <a:pt x="1338" y="14599"/>
                    <a:pt x="1513" y="14657"/>
                  </a:cubicBezTo>
                  <a:cubicBezTo>
                    <a:pt x="5177" y="13552"/>
                    <a:pt x="20357" y="9132"/>
                    <a:pt x="26930" y="7271"/>
                  </a:cubicBezTo>
                  <a:cubicBezTo>
                    <a:pt x="26290" y="4828"/>
                    <a:pt x="24952" y="873"/>
                    <a:pt x="2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2880125" y="4694650"/>
              <a:ext cx="136700" cy="110550"/>
            </a:xfrm>
            <a:custGeom>
              <a:avLst/>
              <a:gdLst/>
              <a:ahLst/>
              <a:cxnLst/>
              <a:rect l="l" t="t" r="r" b="b"/>
              <a:pathLst>
                <a:path w="5468" h="4422" extrusionOk="0">
                  <a:moveTo>
                    <a:pt x="4653" y="1"/>
                  </a:moveTo>
                  <a:cubicBezTo>
                    <a:pt x="0" y="1920"/>
                    <a:pt x="1745" y="4421"/>
                    <a:pt x="1745" y="4421"/>
                  </a:cubicBezTo>
                  <a:lnTo>
                    <a:pt x="5468" y="2793"/>
                  </a:lnTo>
                  <a:lnTo>
                    <a:pt x="4653" y="1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2381375" y="4764450"/>
              <a:ext cx="645625" cy="195750"/>
            </a:xfrm>
            <a:custGeom>
              <a:avLst/>
              <a:gdLst/>
              <a:ahLst/>
              <a:cxnLst/>
              <a:rect l="l" t="t" r="r" b="b"/>
              <a:pathLst>
                <a:path w="25825" h="7830" extrusionOk="0">
                  <a:moveTo>
                    <a:pt x="25418" y="1"/>
                  </a:moveTo>
                  <a:cubicBezTo>
                    <a:pt x="18845" y="1920"/>
                    <a:pt x="3607" y="6282"/>
                    <a:pt x="1" y="7387"/>
                  </a:cubicBezTo>
                  <a:cubicBezTo>
                    <a:pt x="546" y="7639"/>
                    <a:pt x="1212" y="7830"/>
                    <a:pt x="2020" y="7830"/>
                  </a:cubicBezTo>
                  <a:cubicBezTo>
                    <a:pt x="2333" y="7830"/>
                    <a:pt x="2668" y="7801"/>
                    <a:pt x="3025" y="7736"/>
                  </a:cubicBezTo>
                  <a:cubicBezTo>
                    <a:pt x="6631" y="7038"/>
                    <a:pt x="25825" y="1920"/>
                    <a:pt x="25825" y="1920"/>
                  </a:cubicBezTo>
                  <a:cubicBezTo>
                    <a:pt x="25825" y="1920"/>
                    <a:pt x="25650" y="1164"/>
                    <a:pt x="254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1549675" y="4565250"/>
              <a:ext cx="216675" cy="290825"/>
            </a:xfrm>
            <a:custGeom>
              <a:avLst/>
              <a:gdLst/>
              <a:ahLst/>
              <a:cxnLst/>
              <a:rect l="l" t="t" r="r" b="b"/>
              <a:pathLst>
                <a:path w="8667" h="11633" extrusionOk="0">
                  <a:moveTo>
                    <a:pt x="8666" y="0"/>
                  </a:moveTo>
                  <a:lnTo>
                    <a:pt x="0" y="233"/>
                  </a:lnTo>
                  <a:lnTo>
                    <a:pt x="989" y="9597"/>
                  </a:lnTo>
                  <a:lnTo>
                    <a:pt x="2966" y="11633"/>
                  </a:lnTo>
                  <a:lnTo>
                    <a:pt x="7619" y="936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1135250" y="4758650"/>
              <a:ext cx="699425" cy="277775"/>
            </a:xfrm>
            <a:custGeom>
              <a:avLst/>
              <a:gdLst/>
              <a:ahLst/>
              <a:cxnLst/>
              <a:rect l="l" t="t" r="r" b="b"/>
              <a:pathLst>
                <a:path w="27977" h="11111" extrusionOk="0">
                  <a:moveTo>
                    <a:pt x="24894" y="0"/>
                  </a:moveTo>
                  <a:cubicBezTo>
                    <a:pt x="24894" y="0"/>
                    <a:pt x="22693" y="2555"/>
                    <a:pt x="20129" y="2555"/>
                  </a:cubicBezTo>
                  <a:cubicBezTo>
                    <a:pt x="18942" y="2555"/>
                    <a:pt x="17678" y="2008"/>
                    <a:pt x="16519" y="407"/>
                  </a:cubicBezTo>
                  <a:lnTo>
                    <a:pt x="16461" y="407"/>
                  </a:lnTo>
                  <a:cubicBezTo>
                    <a:pt x="16453" y="396"/>
                    <a:pt x="16435" y="390"/>
                    <a:pt x="16405" y="390"/>
                  </a:cubicBezTo>
                  <a:cubicBezTo>
                    <a:pt x="15530" y="390"/>
                    <a:pt x="5218" y="5301"/>
                    <a:pt x="1222" y="7270"/>
                  </a:cubicBezTo>
                  <a:cubicBezTo>
                    <a:pt x="234" y="7736"/>
                    <a:pt x="1" y="9073"/>
                    <a:pt x="815" y="9829"/>
                  </a:cubicBezTo>
                  <a:cubicBezTo>
                    <a:pt x="1513" y="10469"/>
                    <a:pt x="2560" y="11109"/>
                    <a:pt x="4189" y="11109"/>
                  </a:cubicBezTo>
                  <a:cubicBezTo>
                    <a:pt x="4274" y="11110"/>
                    <a:pt x="4368" y="11111"/>
                    <a:pt x="4470" y="11111"/>
                  </a:cubicBezTo>
                  <a:cubicBezTo>
                    <a:pt x="8762" y="11111"/>
                    <a:pt x="27628" y="9946"/>
                    <a:pt x="27628" y="9946"/>
                  </a:cubicBezTo>
                  <a:cubicBezTo>
                    <a:pt x="27628" y="9946"/>
                    <a:pt x="27977" y="1861"/>
                    <a:pt x="24894" y="0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1135250" y="4758650"/>
              <a:ext cx="690700" cy="254475"/>
            </a:xfrm>
            <a:custGeom>
              <a:avLst/>
              <a:gdLst/>
              <a:ahLst/>
              <a:cxnLst/>
              <a:rect l="l" t="t" r="r" b="b"/>
              <a:pathLst>
                <a:path w="27628" h="10179" extrusionOk="0">
                  <a:moveTo>
                    <a:pt x="24894" y="0"/>
                  </a:moveTo>
                  <a:cubicBezTo>
                    <a:pt x="24894" y="0"/>
                    <a:pt x="22665" y="2555"/>
                    <a:pt x="20084" y="2555"/>
                  </a:cubicBezTo>
                  <a:cubicBezTo>
                    <a:pt x="18890" y="2555"/>
                    <a:pt x="17620" y="2008"/>
                    <a:pt x="16461" y="407"/>
                  </a:cubicBezTo>
                  <a:cubicBezTo>
                    <a:pt x="16453" y="396"/>
                    <a:pt x="16435" y="390"/>
                    <a:pt x="16405" y="390"/>
                  </a:cubicBezTo>
                  <a:cubicBezTo>
                    <a:pt x="15530" y="390"/>
                    <a:pt x="5218" y="5301"/>
                    <a:pt x="1222" y="7270"/>
                  </a:cubicBezTo>
                  <a:cubicBezTo>
                    <a:pt x="234" y="7736"/>
                    <a:pt x="1" y="9015"/>
                    <a:pt x="815" y="9829"/>
                  </a:cubicBezTo>
                  <a:cubicBezTo>
                    <a:pt x="932" y="9946"/>
                    <a:pt x="1106" y="10062"/>
                    <a:pt x="1281" y="10178"/>
                  </a:cubicBezTo>
                  <a:cubicBezTo>
                    <a:pt x="5061" y="9829"/>
                    <a:pt x="20823" y="8492"/>
                    <a:pt x="27628" y="7968"/>
                  </a:cubicBezTo>
                  <a:cubicBezTo>
                    <a:pt x="27512" y="5467"/>
                    <a:pt x="26988" y="1280"/>
                    <a:pt x="24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1696525" y="4885150"/>
              <a:ext cx="129425" cy="94525"/>
            </a:xfrm>
            <a:custGeom>
              <a:avLst/>
              <a:gdLst/>
              <a:ahLst/>
              <a:cxnLst/>
              <a:rect l="l" t="t" r="r" b="b"/>
              <a:pathLst>
                <a:path w="5177" h="3781" extrusionOk="0">
                  <a:moveTo>
                    <a:pt x="4944" y="0"/>
                  </a:moveTo>
                  <a:cubicBezTo>
                    <a:pt x="1" y="989"/>
                    <a:pt x="1222" y="3781"/>
                    <a:pt x="1222" y="3781"/>
                  </a:cubicBezTo>
                  <a:lnTo>
                    <a:pt x="5177" y="2908"/>
                  </a:lnTo>
                  <a:lnTo>
                    <a:pt x="4944" y="0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1165800" y="4957850"/>
              <a:ext cx="661625" cy="78575"/>
            </a:xfrm>
            <a:custGeom>
              <a:avLst/>
              <a:gdLst/>
              <a:ahLst/>
              <a:cxnLst/>
              <a:rect l="l" t="t" r="r" b="b"/>
              <a:pathLst>
                <a:path w="26465" h="3143" extrusionOk="0">
                  <a:moveTo>
                    <a:pt x="26406" y="0"/>
                  </a:moveTo>
                  <a:cubicBezTo>
                    <a:pt x="19601" y="582"/>
                    <a:pt x="3839" y="1861"/>
                    <a:pt x="0" y="2268"/>
                  </a:cubicBezTo>
                  <a:cubicBezTo>
                    <a:pt x="698" y="2734"/>
                    <a:pt x="1629" y="3141"/>
                    <a:pt x="2908" y="3141"/>
                  </a:cubicBezTo>
                  <a:lnTo>
                    <a:pt x="2967" y="3141"/>
                  </a:lnTo>
                  <a:cubicBezTo>
                    <a:pt x="3052" y="3142"/>
                    <a:pt x="3146" y="3143"/>
                    <a:pt x="3248" y="3143"/>
                  </a:cubicBezTo>
                  <a:cubicBezTo>
                    <a:pt x="7540" y="3143"/>
                    <a:pt x="26406" y="1978"/>
                    <a:pt x="26406" y="1978"/>
                  </a:cubicBezTo>
                  <a:cubicBezTo>
                    <a:pt x="26406" y="1978"/>
                    <a:pt x="26464" y="1163"/>
                    <a:pt x="264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1556925" y="4621950"/>
              <a:ext cx="200700" cy="2950"/>
            </a:xfrm>
            <a:custGeom>
              <a:avLst/>
              <a:gdLst/>
              <a:ahLst/>
              <a:cxnLst/>
              <a:rect l="l" t="t" r="r" b="b"/>
              <a:pathLst>
                <a:path w="8028" h="118" fill="none" extrusionOk="0">
                  <a:moveTo>
                    <a:pt x="1" y="117"/>
                  </a:moveTo>
                  <a:cubicBezTo>
                    <a:pt x="234" y="1"/>
                    <a:pt x="8027" y="1"/>
                    <a:pt x="8027" y="1"/>
                  </a:cubicBezTo>
                </a:path>
              </a:pathLst>
            </a:custGeom>
            <a:solidFill>
              <a:schemeClr val="accent2"/>
            </a:solidFill>
            <a:ln w="18900" cap="flat" cmpd="sng">
              <a:solidFill>
                <a:schemeClr val="accent5"/>
              </a:solidFill>
              <a:prstDash val="solid"/>
              <a:miter lim="581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2694000" y="4494000"/>
              <a:ext cx="187600" cy="74175"/>
            </a:xfrm>
            <a:custGeom>
              <a:avLst/>
              <a:gdLst/>
              <a:ahLst/>
              <a:cxnLst/>
              <a:rect l="l" t="t" r="r" b="b"/>
              <a:pathLst>
                <a:path w="7504" h="2967" fill="none" extrusionOk="0">
                  <a:moveTo>
                    <a:pt x="1" y="2967"/>
                  </a:moveTo>
                  <a:cubicBezTo>
                    <a:pt x="175" y="2850"/>
                    <a:pt x="7504" y="1"/>
                    <a:pt x="7504" y="1"/>
                  </a:cubicBezTo>
                </a:path>
              </a:pathLst>
            </a:custGeom>
            <a:solidFill>
              <a:schemeClr val="accent2"/>
            </a:solidFill>
            <a:ln w="18900" cap="flat" cmpd="sng">
              <a:solidFill>
                <a:schemeClr val="accent5"/>
              </a:solidFill>
              <a:prstDash val="solid"/>
              <a:miter lim="581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1591CD-1195-D92F-1EC4-6A388D99E0C0}"/>
              </a:ext>
            </a:extLst>
          </p:cNvPr>
          <p:cNvSpPr txBox="1"/>
          <p:nvPr/>
        </p:nvSpPr>
        <p:spPr>
          <a:xfrm>
            <a:off x="3815486" y="4738522"/>
            <a:ext cx="1443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CH" dirty="0">
                <a:solidFill>
                  <a:schemeClr val="accent6"/>
                </a:solidFill>
                <a:latin typeface=""/>
              </a:rPr>
              <a:t>Самара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49A3A-8D87-79CD-F41D-2A1D58890F10}"/>
              </a:ext>
            </a:extLst>
          </p:cNvPr>
          <p:cNvSpPr txBox="1"/>
          <p:nvPr/>
        </p:nvSpPr>
        <p:spPr>
          <a:xfrm>
            <a:off x="6159646" y="134739"/>
            <a:ext cx="2668607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/>
              <a:t>Выполнили: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/>
              <a:t>Обучающиеся группы 6301</a:t>
            </a:r>
            <a:r>
              <a:rPr lang="fr-CH" sz="1100" dirty="0"/>
              <a:t>-020302D</a:t>
            </a:r>
            <a:br>
              <a:rPr lang="fr-CH" sz="1100" dirty="0"/>
            </a:br>
            <a:r>
              <a:rPr lang="ru-RU" sz="1100" dirty="0"/>
              <a:t>Бигильдин В.А.</a:t>
            </a:r>
            <a:br>
              <a:rPr lang="ru-RU" sz="1100" dirty="0"/>
            </a:br>
            <a:r>
              <a:rPr lang="ru-RU" sz="1100" dirty="0"/>
              <a:t>Тамбовцев А.С.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/>
              <a:t>Куприянов Р</a:t>
            </a:r>
            <a:r>
              <a:rPr lang="fr-CH" sz="1100" dirty="0"/>
              <a:t>.</a:t>
            </a:r>
            <a:r>
              <a:rPr lang="ru-RU" sz="1100" dirty="0"/>
              <a:t>В.</a:t>
            </a:r>
            <a:br>
              <a:rPr lang="ru-RU" sz="1100" dirty="0"/>
            </a:br>
            <a:r>
              <a:rPr lang="ru-RU" sz="1100" dirty="0"/>
              <a:t>Козлов А.Р.</a:t>
            </a:r>
            <a:br>
              <a:rPr lang="ru-RU" sz="1100" dirty="0"/>
            </a:br>
            <a:r>
              <a:rPr lang="ru-RU" sz="1100" dirty="0"/>
              <a:t>Фриз М.Е.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515A7-4646-D2AB-C503-0CB8AE2BEB5B}"/>
              </a:ext>
            </a:extLst>
          </p:cNvPr>
          <p:cNvSpPr txBox="1"/>
          <p:nvPr/>
        </p:nvSpPr>
        <p:spPr>
          <a:xfrm>
            <a:off x="6159646" y="1359847"/>
            <a:ext cx="19087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/>
              <a:t>Руководитель: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/>
              <a:t>Доцент кафедры ПС</a:t>
            </a:r>
            <a:br>
              <a:rPr lang="ru-RU" sz="1100" dirty="0"/>
            </a:br>
            <a:r>
              <a:rPr lang="ru-RU" sz="1100" dirty="0"/>
              <a:t>Зеленко Л.С.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840957-C043-6B04-822F-9ABC68F6E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9113" l="4425" r="94985">
                        <a14:foregroundMark x1="4572" y1="62903" x2="5015" y2="45968"/>
                        <a14:foregroundMark x1="17404" y1="44355" x2="17404" y2="56452"/>
                        <a14:foregroundMark x1="26991" y1="52419" x2="22861" y2="47984"/>
                        <a14:foregroundMark x1="52507" y1="41935" x2="52507" y2="57661"/>
                        <a14:foregroundMark x1="39676" y1="8871" x2="39823" y2="9677"/>
                        <a14:foregroundMark x1="52212" y1="27419" x2="52212" y2="27419"/>
                        <a14:foregroundMark x1="57227" y1="45565" x2="57670" y2="55242"/>
                        <a14:foregroundMark x1="68584" y1="34274" x2="68289" y2="56048"/>
                        <a14:foregroundMark x1="80531" y1="52419" x2="84366" y2="51613"/>
                        <a14:foregroundMark x1="90855" y1="36694" x2="91150" y2="56452"/>
                        <a14:foregroundMark x1="93658" y1="66532" x2="94985" y2="653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0425" y="177715"/>
            <a:ext cx="4305300" cy="1574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2672F9-15FA-418C-CB61-2FEAA33D4ECE}"/>
              </a:ext>
            </a:extLst>
          </p:cNvPr>
          <p:cNvSpPr txBox="1"/>
          <p:nvPr/>
        </p:nvSpPr>
        <p:spPr>
          <a:xfrm>
            <a:off x="2963092" y="3063929"/>
            <a:ext cx="59261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62D46-8E30-26B8-2E53-91DD3ABE3C49}"/>
              </a:ext>
            </a:extLst>
          </p:cNvPr>
          <p:cNvSpPr txBox="1"/>
          <p:nvPr/>
        </p:nvSpPr>
        <p:spPr>
          <a:xfrm>
            <a:off x="2843075" y="3069743"/>
            <a:ext cx="59261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C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41"/>
          <p:cNvSpPr txBox="1">
            <a:spLocks noGrp="1"/>
          </p:cNvSpPr>
          <p:nvPr>
            <p:ph type="title"/>
          </p:nvPr>
        </p:nvSpPr>
        <p:spPr>
          <a:xfrm>
            <a:off x="176003" y="21066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Цель и задачи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26" name="Google Shape;1726;p41"/>
          <p:cNvSpPr txBox="1"/>
          <p:nvPr/>
        </p:nvSpPr>
        <p:spPr>
          <a:xfrm>
            <a:off x="739471" y="3610012"/>
            <a:ext cx="2276975" cy="121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рассмотреть основные понятия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изучить системы</a:t>
            </a:r>
            <a:r>
              <a:rPr lang="fr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аналоги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построить диаграмму объектов предметной области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7" name="Google Shape;1727;p41"/>
          <p:cNvSpPr txBox="1"/>
          <p:nvPr/>
        </p:nvSpPr>
        <p:spPr>
          <a:xfrm>
            <a:off x="679444" y="2223285"/>
            <a:ext cx="2006311" cy="146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Провести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анализ предметной области</a:t>
            </a:r>
            <a:endParaRPr sz="2400" b="1" dirty="0">
              <a:solidFill>
                <a:schemeClr val="bg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1729" name="Google Shape;1729;p41"/>
          <p:cNvSpPr txBox="1"/>
          <p:nvPr/>
        </p:nvSpPr>
        <p:spPr>
          <a:xfrm>
            <a:off x="3219721" y="2694401"/>
            <a:ext cx="2795650" cy="106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Спроектировать системы</a:t>
            </a:r>
            <a:endParaRPr sz="2400" b="1" dirty="0">
              <a:solidFill>
                <a:schemeClr val="bg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1731" name="Google Shape;1731;p41"/>
          <p:cNvSpPr txBox="1"/>
          <p:nvPr/>
        </p:nvSpPr>
        <p:spPr>
          <a:xfrm>
            <a:off x="6468630" y="2879936"/>
            <a:ext cx="2182671" cy="81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Реализовать систему</a:t>
            </a:r>
            <a:endParaRPr sz="2400" b="1" dirty="0">
              <a:solidFill>
                <a:schemeClr val="bg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1734" name="Google Shape;1734;p41"/>
          <p:cNvSpPr/>
          <p:nvPr/>
        </p:nvSpPr>
        <p:spPr>
          <a:xfrm>
            <a:off x="1386725" y="1853000"/>
            <a:ext cx="596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41"/>
          <p:cNvSpPr/>
          <p:nvPr/>
        </p:nvSpPr>
        <p:spPr>
          <a:xfrm>
            <a:off x="3311550" y="1853000"/>
            <a:ext cx="596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41"/>
          <p:cNvSpPr/>
          <p:nvPr/>
        </p:nvSpPr>
        <p:spPr>
          <a:xfrm>
            <a:off x="5236375" y="1853000"/>
            <a:ext cx="596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41"/>
          <p:cNvSpPr/>
          <p:nvPr/>
        </p:nvSpPr>
        <p:spPr>
          <a:xfrm>
            <a:off x="7161200" y="1853000"/>
            <a:ext cx="596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38" name="Google Shape;1738;p41"/>
          <p:cNvCxnSpPr>
            <a:cxnSpLocks/>
          </p:cNvCxnSpPr>
          <p:nvPr/>
        </p:nvCxnSpPr>
        <p:spPr>
          <a:xfrm>
            <a:off x="1982825" y="1766423"/>
            <a:ext cx="2240832" cy="9279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0" name="Google Shape;1740;p41"/>
          <p:cNvCxnSpPr>
            <a:cxnSpLocks/>
          </p:cNvCxnSpPr>
          <p:nvPr/>
        </p:nvCxnSpPr>
        <p:spPr>
          <a:xfrm>
            <a:off x="4920345" y="2666899"/>
            <a:ext cx="222951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729;p41">
            <a:extLst>
              <a:ext uri="{FF2B5EF4-FFF2-40B4-BE49-F238E27FC236}">
                <a16:creationId xmlns:a16="http://schemas.microsoft.com/office/drawing/2014/main" id="{C2E82B42-8984-0E85-08D6-83052B0F853B}"/>
              </a:ext>
            </a:extLst>
          </p:cNvPr>
          <p:cNvSpPr txBox="1"/>
          <p:nvPr/>
        </p:nvSpPr>
        <p:spPr>
          <a:xfrm>
            <a:off x="2637106" y="757366"/>
            <a:ext cx="6756530" cy="14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tx1"/>
                </a:solidFill>
                <a:latin typeface="Aboreto"/>
                <a:ea typeface="Aboreto"/>
                <a:cs typeface="Aboreto"/>
                <a:sym typeface="Aboreto"/>
              </a:rPr>
              <a:t>Разработать автоматизированную систему бронирования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tx1"/>
                </a:solidFill>
                <a:latin typeface="Aboreto"/>
                <a:ea typeface="Aboreto"/>
                <a:cs typeface="Aboreto"/>
                <a:sym typeface="Aboreto"/>
              </a:rPr>
              <a:t>авиабилетов </a:t>
            </a:r>
            <a:r>
              <a:rPr lang="fr-CH" sz="2000" b="1" dirty="0">
                <a:solidFill>
                  <a:schemeClr val="tx1"/>
                </a:solidFill>
                <a:latin typeface="Aboreto"/>
                <a:ea typeface="Aboreto"/>
                <a:cs typeface="Aboreto"/>
                <a:sym typeface="Aboreto"/>
              </a:rPr>
              <a:t>«Fasticket» </a:t>
            </a:r>
            <a:r>
              <a:rPr lang="ru-RU" sz="2000" b="1" dirty="0">
                <a:solidFill>
                  <a:schemeClr val="tx1"/>
                </a:solidFill>
                <a:latin typeface="Aboreto"/>
                <a:ea typeface="Aboreto"/>
                <a:cs typeface="Aboreto"/>
                <a:sym typeface="Aboreto"/>
              </a:rPr>
              <a:t>с функциями администратора</a:t>
            </a:r>
            <a:endParaRPr sz="2000" b="1" dirty="0">
              <a:solidFill>
                <a:schemeClr val="tx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7" name="Google Shape;1726;p41">
            <a:extLst>
              <a:ext uri="{FF2B5EF4-FFF2-40B4-BE49-F238E27FC236}">
                <a16:creationId xmlns:a16="http://schemas.microsoft.com/office/drawing/2014/main" id="{40011525-6479-CF25-AB89-B88B28913F0B}"/>
              </a:ext>
            </a:extLst>
          </p:cNvPr>
          <p:cNvSpPr txBox="1"/>
          <p:nvPr/>
        </p:nvSpPr>
        <p:spPr>
          <a:xfrm>
            <a:off x="3680352" y="3665806"/>
            <a:ext cx="2276975" cy="121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составить спецификацию требований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разработать прототипы интерфейса системы 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разработать 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UML-</a:t>
            </a: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проект системы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Google Shape;1726;p41">
            <a:extLst>
              <a:ext uri="{FF2B5EF4-FFF2-40B4-BE49-F238E27FC236}">
                <a16:creationId xmlns:a16="http://schemas.microsoft.com/office/drawing/2014/main" id="{4CEFF86F-401E-9884-47FD-ECA935977312}"/>
              </a:ext>
            </a:extLst>
          </p:cNvPr>
          <p:cNvSpPr txBox="1"/>
          <p:nvPr/>
        </p:nvSpPr>
        <p:spPr>
          <a:xfrm>
            <a:off x="6618708" y="3665162"/>
            <a:ext cx="2086303" cy="132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разработать систему в соответствии со спецификацией требований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проверить работоспособность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D3CFD2-B3E7-5969-DBEE-0AE926ED5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4060" y="2446718"/>
            <a:ext cx="435600" cy="435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C009FC-3659-A8E6-6F7E-9DC46C170A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4212" y="2449099"/>
            <a:ext cx="435600" cy="435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01C6C5-4311-F433-6066-52270ED18E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4799" y="1527813"/>
            <a:ext cx="435600" cy="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1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1"/>
          <p:cNvSpPr txBox="1">
            <a:spLocks noGrp="1"/>
          </p:cNvSpPr>
          <p:nvPr>
            <p:ph type="title"/>
          </p:nvPr>
        </p:nvSpPr>
        <p:spPr>
          <a:xfrm>
            <a:off x="667876" y="1244199"/>
            <a:ext cx="4094400" cy="2377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Анализ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предметной области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5" name="Google Shape;895;p31"/>
          <p:cNvSpPr txBox="1">
            <a:spLocks noGrp="1"/>
          </p:cNvSpPr>
          <p:nvPr>
            <p:ph type="title" idx="2"/>
          </p:nvPr>
        </p:nvSpPr>
        <p:spPr>
          <a:xfrm>
            <a:off x="722375" y="539488"/>
            <a:ext cx="11931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96" name="Google Shape;896;p31"/>
          <p:cNvGrpSpPr/>
          <p:nvPr/>
        </p:nvGrpSpPr>
        <p:grpSpPr>
          <a:xfrm>
            <a:off x="7168999" y="2158887"/>
            <a:ext cx="1608507" cy="2538141"/>
            <a:chOff x="10584956" y="-228134"/>
            <a:chExt cx="2176894" cy="3435027"/>
          </a:xfrm>
        </p:grpSpPr>
        <p:sp>
          <p:nvSpPr>
            <p:cNvPr id="897" name="Google Shape;897;p31"/>
            <p:cNvSpPr/>
            <p:nvPr/>
          </p:nvSpPr>
          <p:spPr>
            <a:xfrm>
              <a:off x="12469483" y="3076224"/>
              <a:ext cx="109188" cy="102845"/>
            </a:xfrm>
            <a:custGeom>
              <a:avLst/>
              <a:gdLst/>
              <a:ahLst/>
              <a:cxnLst/>
              <a:rect l="l" t="t" r="r" b="b"/>
              <a:pathLst>
                <a:path w="1033" h="1046" extrusionOk="0">
                  <a:moveTo>
                    <a:pt x="517" y="1"/>
                  </a:moveTo>
                  <a:cubicBezTo>
                    <a:pt x="234" y="1"/>
                    <a:pt x="1" y="234"/>
                    <a:pt x="1" y="517"/>
                  </a:cubicBezTo>
                  <a:cubicBezTo>
                    <a:pt x="1" y="812"/>
                    <a:pt x="234" y="1045"/>
                    <a:pt x="517" y="1045"/>
                  </a:cubicBezTo>
                  <a:cubicBezTo>
                    <a:pt x="799" y="1045"/>
                    <a:pt x="1033" y="812"/>
                    <a:pt x="1033" y="517"/>
                  </a:cubicBezTo>
                  <a:cubicBezTo>
                    <a:pt x="1033" y="234"/>
                    <a:pt x="799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12503308" y="3107687"/>
              <a:ext cx="41646" cy="39919"/>
            </a:xfrm>
            <a:custGeom>
              <a:avLst/>
              <a:gdLst/>
              <a:ahLst/>
              <a:cxnLst/>
              <a:rect l="l" t="t" r="r" b="b"/>
              <a:pathLst>
                <a:path w="394" h="406" extrusionOk="0">
                  <a:moveTo>
                    <a:pt x="197" y="0"/>
                  </a:moveTo>
                  <a:cubicBezTo>
                    <a:pt x="86" y="0"/>
                    <a:pt x="0" y="99"/>
                    <a:pt x="0" y="197"/>
                  </a:cubicBezTo>
                  <a:cubicBezTo>
                    <a:pt x="0" y="307"/>
                    <a:pt x="86" y="406"/>
                    <a:pt x="197" y="406"/>
                  </a:cubicBezTo>
                  <a:cubicBezTo>
                    <a:pt x="307" y="406"/>
                    <a:pt x="393" y="307"/>
                    <a:pt x="393" y="197"/>
                  </a:cubicBezTo>
                  <a:cubicBezTo>
                    <a:pt x="393" y="99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12651288" y="2933655"/>
              <a:ext cx="110562" cy="102845"/>
            </a:xfrm>
            <a:custGeom>
              <a:avLst/>
              <a:gdLst/>
              <a:ahLst/>
              <a:cxnLst/>
              <a:rect l="l" t="t" r="r" b="b"/>
              <a:pathLst>
                <a:path w="1046" h="1046" extrusionOk="0">
                  <a:moveTo>
                    <a:pt x="517" y="1"/>
                  </a:moveTo>
                  <a:cubicBezTo>
                    <a:pt x="234" y="1"/>
                    <a:pt x="1" y="234"/>
                    <a:pt x="1" y="529"/>
                  </a:cubicBezTo>
                  <a:cubicBezTo>
                    <a:pt x="1" y="812"/>
                    <a:pt x="234" y="1045"/>
                    <a:pt x="517" y="1045"/>
                  </a:cubicBezTo>
                  <a:cubicBezTo>
                    <a:pt x="812" y="1045"/>
                    <a:pt x="1045" y="812"/>
                    <a:pt x="1045" y="529"/>
                  </a:cubicBezTo>
                  <a:cubicBezTo>
                    <a:pt x="1045" y="234"/>
                    <a:pt x="812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12685112" y="2965118"/>
              <a:ext cx="42914" cy="39919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197" y="0"/>
                  </a:moveTo>
                  <a:cubicBezTo>
                    <a:pt x="99" y="0"/>
                    <a:pt x="0" y="99"/>
                    <a:pt x="0" y="209"/>
                  </a:cubicBezTo>
                  <a:cubicBezTo>
                    <a:pt x="0" y="320"/>
                    <a:pt x="99" y="406"/>
                    <a:pt x="197" y="406"/>
                  </a:cubicBezTo>
                  <a:cubicBezTo>
                    <a:pt x="308" y="406"/>
                    <a:pt x="406" y="320"/>
                    <a:pt x="406" y="209"/>
                  </a:cubicBezTo>
                  <a:cubicBezTo>
                    <a:pt x="406" y="99"/>
                    <a:pt x="308" y="0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10584956" y="1494985"/>
              <a:ext cx="135190" cy="174916"/>
            </a:xfrm>
            <a:custGeom>
              <a:avLst/>
              <a:gdLst/>
              <a:ahLst/>
              <a:cxnLst/>
              <a:rect l="l" t="t" r="r" b="b"/>
              <a:pathLst>
                <a:path w="1279" h="1779" extrusionOk="0">
                  <a:moveTo>
                    <a:pt x="929" y="1"/>
                  </a:moveTo>
                  <a:cubicBezTo>
                    <a:pt x="701" y="1"/>
                    <a:pt x="402" y="286"/>
                    <a:pt x="222" y="699"/>
                  </a:cubicBezTo>
                  <a:cubicBezTo>
                    <a:pt x="1" y="1178"/>
                    <a:pt x="13" y="1657"/>
                    <a:pt x="246" y="1756"/>
                  </a:cubicBezTo>
                  <a:cubicBezTo>
                    <a:pt x="279" y="1771"/>
                    <a:pt x="313" y="1778"/>
                    <a:pt x="349" y="1778"/>
                  </a:cubicBezTo>
                  <a:cubicBezTo>
                    <a:pt x="576" y="1778"/>
                    <a:pt x="867" y="1493"/>
                    <a:pt x="1057" y="1080"/>
                  </a:cubicBezTo>
                  <a:cubicBezTo>
                    <a:pt x="1279" y="601"/>
                    <a:pt x="1266" y="121"/>
                    <a:pt x="1033" y="23"/>
                  </a:cubicBezTo>
                  <a:cubicBezTo>
                    <a:pt x="1001" y="8"/>
                    <a:pt x="966" y="1"/>
                    <a:pt x="929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11377179" y="1518976"/>
              <a:ext cx="604076" cy="757575"/>
            </a:xfrm>
            <a:custGeom>
              <a:avLst/>
              <a:gdLst/>
              <a:ahLst/>
              <a:cxnLst/>
              <a:rect l="l" t="t" r="r" b="b"/>
              <a:pathLst>
                <a:path w="5715" h="7705" extrusionOk="0">
                  <a:moveTo>
                    <a:pt x="198" y="0"/>
                  </a:moveTo>
                  <a:lnTo>
                    <a:pt x="1" y="148"/>
                  </a:lnTo>
                  <a:lnTo>
                    <a:pt x="5518" y="7704"/>
                  </a:lnTo>
                  <a:lnTo>
                    <a:pt x="5715" y="7557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11755162" y="2187871"/>
              <a:ext cx="1001507" cy="976637"/>
            </a:xfrm>
            <a:custGeom>
              <a:avLst/>
              <a:gdLst/>
              <a:ahLst/>
              <a:cxnLst/>
              <a:rect l="l" t="t" r="r" b="b"/>
              <a:pathLst>
                <a:path w="9475" h="9933" extrusionOk="0">
                  <a:moveTo>
                    <a:pt x="2786" y="0"/>
                  </a:moveTo>
                  <a:cubicBezTo>
                    <a:pt x="2515" y="0"/>
                    <a:pt x="2243" y="90"/>
                    <a:pt x="2016" y="275"/>
                  </a:cubicBezTo>
                  <a:lnTo>
                    <a:pt x="1" y="1909"/>
                  </a:lnTo>
                  <a:lnTo>
                    <a:pt x="6501" y="9933"/>
                  </a:lnTo>
                  <a:lnTo>
                    <a:pt x="9474" y="7524"/>
                  </a:lnTo>
                  <a:lnTo>
                    <a:pt x="3748" y="459"/>
                  </a:lnTo>
                  <a:cubicBezTo>
                    <a:pt x="3503" y="158"/>
                    <a:pt x="3146" y="0"/>
                    <a:pt x="2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11056379" y="1644634"/>
              <a:ext cx="117010" cy="48375"/>
            </a:xfrm>
            <a:custGeom>
              <a:avLst/>
              <a:gdLst/>
              <a:ahLst/>
              <a:cxnLst/>
              <a:rect l="l" t="t" r="r" b="b"/>
              <a:pathLst>
                <a:path w="1107" h="492" extrusionOk="0">
                  <a:moveTo>
                    <a:pt x="75" y="0"/>
                  </a:moveTo>
                  <a:lnTo>
                    <a:pt x="1" y="492"/>
                  </a:lnTo>
                  <a:lnTo>
                    <a:pt x="1070" y="479"/>
                  </a:lnTo>
                  <a:lnTo>
                    <a:pt x="1107" y="12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10918757" y="1242294"/>
              <a:ext cx="559893" cy="813127"/>
            </a:xfrm>
            <a:custGeom>
              <a:avLst/>
              <a:gdLst/>
              <a:ahLst/>
              <a:cxnLst/>
              <a:rect l="l" t="t" r="r" b="b"/>
              <a:pathLst>
                <a:path w="5297" h="8270" extrusionOk="0">
                  <a:moveTo>
                    <a:pt x="0" y="0"/>
                  </a:moveTo>
                  <a:lnTo>
                    <a:pt x="922" y="381"/>
                  </a:lnTo>
                  <a:lnTo>
                    <a:pt x="3404" y="8270"/>
                  </a:lnTo>
                  <a:lnTo>
                    <a:pt x="5296" y="7582"/>
                  </a:lnTo>
                  <a:lnTo>
                    <a:pt x="4805" y="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2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11278560" y="1987684"/>
              <a:ext cx="407896" cy="1060900"/>
            </a:xfrm>
            <a:custGeom>
              <a:avLst/>
              <a:gdLst/>
              <a:ahLst/>
              <a:cxnLst/>
              <a:rect l="l" t="t" r="r" b="b"/>
              <a:pathLst>
                <a:path w="3859" h="10790" extrusionOk="0">
                  <a:moveTo>
                    <a:pt x="1892" y="1"/>
                  </a:moveTo>
                  <a:lnTo>
                    <a:pt x="0" y="689"/>
                  </a:lnTo>
                  <a:lnTo>
                    <a:pt x="2826" y="10789"/>
                  </a:lnTo>
                  <a:lnTo>
                    <a:pt x="3858" y="10482"/>
                  </a:lnTo>
                  <a:cubicBezTo>
                    <a:pt x="3858" y="10482"/>
                    <a:pt x="3821" y="4572"/>
                    <a:pt x="3084" y="2901"/>
                  </a:cubicBezTo>
                  <a:cubicBezTo>
                    <a:pt x="2494" y="1561"/>
                    <a:pt x="1892" y="1"/>
                    <a:pt x="1892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10725220" y="1022443"/>
              <a:ext cx="679334" cy="1019703"/>
            </a:xfrm>
            <a:custGeom>
              <a:avLst/>
              <a:gdLst/>
              <a:ahLst/>
              <a:cxnLst/>
              <a:rect l="l" t="t" r="r" b="b"/>
              <a:pathLst>
                <a:path w="6427" h="10371" extrusionOk="0">
                  <a:moveTo>
                    <a:pt x="5309" y="0"/>
                  </a:moveTo>
                  <a:lnTo>
                    <a:pt x="1647" y="455"/>
                  </a:lnTo>
                  <a:lnTo>
                    <a:pt x="1487" y="1966"/>
                  </a:lnTo>
                  <a:lnTo>
                    <a:pt x="1" y="10100"/>
                  </a:lnTo>
                  <a:lnTo>
                    <a:pt x="1991" y="10371"/>
                  </a:lnTo>
                  <a:lnTo>
                    <a:pt x="5923" y="3551"/>
                  </a:lnTo>
                  <a:cubicBezTo>
                    <a:pt x="6427" y="2679"/>
                    <a:pt x="6390" y="1597"/>
                    <a:pt x="5825" y="762"/>
                  </a:cubicBezTo>
                  <a:lnTo>
                    <a:pt x="5309" y="0"/>
                  </a:lnTo>
                  <a:close/>
                </a:path>
              </a:pathLst>
            </a:custGeom>
            <a:solidFill>
              <a:srgbClr val="E84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10730400" y="1963595"/>
              <a:ext cx="352087" cy="1058343"/>
            </a:xfrm>
            <a:custGeom>
              <a:avLst/>
              <a:gdLst/>
              <a:ahLst/>
              <a:cxnLst/>
              <a:rect l="l" t="t" r="r" b="b"/>
              <a:pathLst>
                <a:path w="3331" h="10764" extrusionOk="0">
                  <a:moveTo>
                    <a:pt x="1942" y="0"/>
                  </a:moveTo>
                  <a:lnTo>
                    <a:pt x="1" y="528"/>
                  </a:lnTo>
                  <a:lnTo>
                    <a:pt x="1660" y="10764"/>
                  </a:lnTo>
                  <a:lnTo>
                    <a:pt x="2790" y="10555"/>
                  </a:lnTo>
                  <a:cubicBezTo>
                    <a:pt x="2790" y="10555"/>
                    <a:pt x="3331" y="4374"/>
                    <a:pt x="2864" y="2986"/>
                  </a:cubicBezTo>
                  <a:cubicBezTo>
                    <a:pt x="2409" y="1610"/>
                    <a:pt x="1942" y="0"/>
                    <a:pt x="1942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11069380" y="888330"/>
              <a:ext cx="424808" cy="489351"/>
            </a:xfrm>
            <a:custGeom>
              <a:avLst/>
              <a:gdLst/>
              <a:ahLst/>
              <a:cxnLst/>
              <a:rect l="l" t="t" r="r" b="b"/>
              <a:pathLst>
                <a:path w="4019" h="4977" extrusionOk="0">
                  <a:moveTo>
                    <a:pt x="2471" y="0"/>
                  </a:moveTo>
                  <a:lnTo>
                    <a:pt x="1" y="2323"/>
                  </a:lnTo>
                  <a:lnTo>
                    <a:pt x="3404" y="4977"/>
                  </a:lnTo>
                  <a:lnTo>
                    <a:pt x="3552" y="4891"/>
                  </a:lnTo>
                  <a:cubicBezTo>
                    <a:pt x="4019" y="4399"/>
                    <a:pt x="3048" y="2753"/>
                    <a:pt x="2606" y="2224"/>
                  </a:cubicBezTo>
                  <a:lnTo>
                    <a:pt x="2471" y="0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10822676" y="-109654"/>
              <a:ext cx="281902" cy="338426"/>
            </a:xfrm>
            <a:custGeom>
              <a:avLst/>
              <a:gdLst/>
              <a:ahLst/>
              <a:cxnLst/>
              <a:rect l="l" t="t" r="r" b="b"/>
              <a:pathLst>
                <a:path w="2667" h="3442" extrusionOk="0">
                  <a:moveTo>
                    <a:pt x="1324" y="0"/>
                  </a:moveTo>
                  <a:cubicBezTo>
                    <a:pt x="1313" y="0"/>
                    <a:pt x="1302" y="0"/>
                    <a:pt x="1290" y="1"/>
                  </a:cubicBezTo>
                  <a:cubicBezTo>
                    <a:pt x="565" y="25"/>
                    <a:pt x="0" y="812"/>
                    <a:pt x="25" y="1758"/>
                  </a:cubicBezTo>
                  <a:cubicBezTo>
                    <a:pt x="49" y="2701"/>
                    <a:pt x="632" y="3442"/>
                    <a:pt x="1342" y="3442"/>
                  </a:cubicBezTo>
                  <a:cubicBezTo>
                    <a:pt x="1353" y="3442"/>
                    <a:pt x="1365" y="3442"/>
                    <a:pt x="1376" y="3441"/>
                  </a:cubicBezTo>
                  <a:cubicBezTo>
                    <a:pt x="2101" y="3429"/>
                    <a:pt x="2667" y="2643"/>
                    <a:pt x="2642" y="1684"/>
                  </a:cubicBezTo>
                  <a:cubicBezTo>
                    <a:pt x="2618" y="753"/>
                    <a:pt x="2034" y="0"/>
                    <a:pt x="1324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10916115" y="142841"/>
              <a:ext cx="176730" cy="230861"/>
            </a:xfrm>
            <a:custGeom>
              <a:avLst/>
              <a:gdLst/>
              <a:ahLst/>
              <a:cxnLst/>
              <a:rect l="l" t="t" r="r" b="b"/>
              <a:pathLst>
                <a:path w="1672" h="2348" extrusionOk="0">
                  <a:moveTo>
                    <a:pt x="1008" y="1"/>
                  </a:moveTo>
                  <a:lnTo>
                    <a:pt x="1" y="333"/>
                  </a:lnTo>
                  <a:lnTo>
                    <a:pt x="677" y="2348"/>
                  </a:lnTo>
                  <a:lnTo>
                    <a:pt x="1672" y="2004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10713593" y="280592"/>
              <a:ext cx="940413" cy="1757908"/>
            </a:xfrm>
            <a:custGeom>
              <a:avLst/>
              <a:gdLst/>
              <a:ahLst/>
              <a:cxnLst/>
              <a:rect l="l" t="t" r="r" b="b"/>
              <a:pathLst>
                <a:path w="8897" h="17879" extrusionOk="0">
                  <a:moveTo>
                    <a:pt x="3502" y="1"/>
                  </a:moveTo>
                  <a:lnTo>
                    <a:pt x="3453" y="38"/>
                  </a:lnTo>
                  <a:cubicBezTo>
                    <a:pt x="3220" y="225"/>
                    <a:pt x="2936" y="321"/>
                    <a:pt x="2651" y="321"/>
                  </a:cubicBezTo>
                  <a:cubicBezTo>
                    <a:pt x="2395" y="321"/>
                    <a:pt x="2138" y="244"/>
                    <a:pt x="1917" y="87"/>
                  </a:cubicBezTo>
                  <a:lnTo>
                    <a:pt x="1475" y="615"/>
                  </a:lnTo>
                  <a:cubicBezTo>
                    <a:pt x="1008" y="1008"/>
                    <a:pt x="811" y="1733"/>
                    <a:pt x="811" y="2421"/>
                  </a:cubicBezTo>
                  <a:lnTo>
                    <a:pt x="786" y="2434"/>
                  </a:lnTo>
                  <a:lnTo>
                    <a:pt x="0" y="17879"/>
                  </a:lnTo>
                  <a:lnTo>
                    <a:pt x="8896" y="17842"/>
                  </a:lnTo>
                  <a:lnTo>
                    <a:pt x="5099" y="2249"/>
                  </a:lnTo>
                  <a:lnTo>
                    <a:pt x="5099" y="2237"/>
                  </a:lnTo>
                  <a:cubicBezTo>
                    <a:pt x="4866" y="1315"/>
                    <a:pt x="4301" y="517"/>
                    <a:pt x="3502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10812106" y="-156947"/>
              <a:ext cx="262559" cy="203233"/>
            </a:xfrm>
            <a:custGeom>
              <a:avLst/>
              <a:gdLst/>
              <a:ahLst/>
              <a:cxnLst/>
              <a:rect l="l" t="t" r="r" b="b"/>
              <a:pathLst>
                <a:path w="2484" h="2067" extrusionOk="0">
                  <a:moveTo>
                    <a:pt x="1778" y="0"/>
                  </a:moveTo>
                  <a:cubicBezTo>
                    <a:pt x="1039" y="0"/>
                    <a:pt x="1" y="307"/>
                    <a:pt x="113" y="2067"/>
                  </a:cubicBezTo>
                  <a:lnTo>
                    <a:pt x="2435" y="1907"/>
                  </a:lnTo>
                  <a:lnTo>
                    <a:pt x="2484" y="89"/>
                  </a:lnTo>
                  <a:cubicBezTo>
                    <a:pt x="2484" y="89"/>
                    <a:pt x="2174" y="0"/>
                    <a:pt x="17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10960297" y="-151736"/>
              <a:ext cx="233914" cy="325349"/>
            </a:xfrm>
            <a:custGeom>
              <a:avLst/>
              <a:gdLst/>
              <a:ahLst/>
              <a:cxnLst/>
              <a:rect l="l" t="t" r="r" b="b"/>
              <a:pathLst>
                <a:path w="2213" h="3309" extrusionOk="0">
                  <a:moveTo>
                    <a:pt x="492" y="1"/>
                  </a:moveTo>
                  <a:cubicBezTo>
                    <a:pt x="325" y="1"/>
                    <a:pt x="158" y="31"/>
                    <a:pt x="1" y="97"/>
                  </a:cubicBezTo>
                  <a:lnTo>
                    <a:pt x="345" y="1621"/>
                  </a:lnTo>
                  <a:cubicBezTo>
                    <a:pt x="541" y="1805"/>
                    <a:pt x="517" y="2124"/>
                    <a:pt x="468" y="2395"/>
                  </a:cubicBezTo>
                  <a:cubicBezTo>
                    <a:pt x="431" y="2677"/>
                    <a:pt x="406" y="2997"/>
                    <a:pt x="603" y="3181"/>
                  </a:cubicBezTo>
                  <a:cubicBezTo>
                    <a:pt x="696" y="3267"/>
                    <a:pt x="824" y="3308"/>
                    <a:pt x="955" y="3308"/>
                  </a:cubicBezTo>
                  <a:cubicBezTo>
                    <a:pt x="1031" y="3308"/>
                    <a:pt x="1108" y="3294"/>
                    <a:pt x="1180" y="3267"/>
                  </a:cubicBezTo>
                  <a:cubicBezTo>
                    <a:pt x="1365" y="3193"/>
                    <a:pt x="1512" y="3046"/>
                    <a:pt x="1635" y="2886"/>
                  </a:cubicBezTo>
                  <a:cubicBezTo>
                    <a:pt x="2077" y="2309"/>
                    <a:pt x="2212" y="1473"/>
                    <a:pt x="1868" y="822"/>
                  </a:cubicBezTo>
                  <a:cubicBezTo>
                    <a:pt x="1604" y="332"/>
                    <a:pt x="1044" y="1"/>
                    <a:pt x="492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10648588" y="998255"/>
              <a:ext cx="350818" cy="524452"/>
            </a:xfrm>
            <a:custGeom>
              <a:avLst/>
              <a:gdLst/>
              <a:ahLst/>
              <a:cxnLst/>
              <a:rect l="l" t="t" r="r" b="b"/>
              <a:pathLst>
                <a:path w="3319" h="5334" extrusionOk="0">
                  <a:moveTo>
                    <a:pt x="1524" y="0"/>
                  </a:moveTo>
                  <a:lnTo>
                    <a:pt x="1" y="5259"/>
                  </a:lnTo>
                  <a:lnTo>
                    <a:pt x="640" y="5333"/>
                  </a:lnTo>
                  <a:lnTo>
                    <a:pt x="3318" y="185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10644677" y="837595"/>
              <a:ext cx="388448" cy="677835"/>
            </a:xfrm>
            <a:custGeom>
              <a:avLst/>
              <a:gdLst/>
              <a:ahLst/>
              <a:cxnLst/>
              <a:rect l="l" t="t" r="r" b="b"/>
              <a:pathLst>
                <a:path w="3675" h="6894" extrusionOk="0">
                  <a:moveTo>
                    <a:pt x="1488" y="0"/>
                  </a:moveTo>
                  <a:cubicBezTo>
                    <a:pt x="1488" y="0"/>
                    <a:pt x="1488" y="0"/>
                    <a:pt x="1488" y="0"/>
                  </a:cubicBezTo>
                  <a:cubicBezTo>
                    <a:pt x="1463" y="0"/>
                    <a:pt x="1" y="6586"/>
                    <a:pt x="1" y="6586"/>
                  </a:cubicBezTo>
                  <a:lnTo>
                    <a:pt x="800" y="6893"/>
                  </a:lnTo>
                  <a:lnTo>
                    <a:pt x="3675" y="1745"/>
                  </a:lnTo>
                  <a:cubicBezTo>
                    <a:pt x="3675" y="1745"/>
                    <a:pt x="1527" y="0"/>
                    <a:pt x="1488" y="0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10668142" y="2986848"/>
              <a:ext cx="422166" cy="165673"/>
            </a:xfrm>
            <a:custGeom>
              <a:avLst/>
              <a:gdLst/>
              <a:ahLst/>
              <a:cxnLst/>
              <a:rect l="l" t="t" r="r" b="b"/>
              <a:pathLst>
                <a:path w="3994" h="1685" extrusionOk="0">
                  <a:moveTo>
                    <a:pt x="3539" y="1"/>
                  </a:moveTo>
                  <a:cubicBezTo>
                    <a:pt x="3119" y="185"/>
                    <a:pt x="2795" y="240"/>
                    <a:pt x="2558" y="240"/>
                  </a:cubicBezTo>
                  <a:cubicBezTo>
                    <a:pt x="2212" y="240"/>
                    <a:pt x="2052" y="123"/>
                    <a:pt x="2052" y="123"/>
                  </a:cubicBezTo>
                  <a:lnTo>
                    <a:pt x="98" y="1070"/>
                  </a:lnTo>
                  <a:lnTo>
                    <a:pt x="98" y="1057"/>
                  </a:lnTo>
                  <a:lnTo>
                    <a:pt x="98" y="1057"/>
                  </a:lnTo>
                  <a:cubicBezTo>
                    <a:pt x="0" y="1143"/>
                    <a:pt x="25" y="1315"/>
                    <a:pt x="123" y="1352"/>
                  </a:cubicBezTo>
                  <a:cubicBezTo>
                    <a:pt x="733" y="1597"/>
                    <a:pt x="1317" y="1684"/>
                    <a:pt x="1838" y="1684"/>
                  </a:cubicBezTo>
                  <a:cubicBezTo>
                    <a:pt x="3040" y="1684"/>
                    <a:pt x="3901" y="1223"/>
                    <a:pt x="3944" y="1180"/>
                  </a:cubicBezTo>
                  <a:cubicBezTo>
                    <a:pt x="3993" y="1119"/>
                    <a:pt x="3539" y="1"/>
                    <a:pt x="3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10933027" y="-228134"/>
              <a:ext cx="476813" cy="542544"/>
            </a:xfrm>
            <a:custGeom>
              <a:avLst/>
              <a:gdLst/>
              <a:ahLst/>
              <a:cxnLst/>
              <a:rect l="l" t="t" r="r" b="b"/>
              <a:pathLst>
                <a:path w="4511" h="5518" extrusionOk="0">
                  <a:moveTo>
                    <a:pt x="3073" y="5052"/>
                  </a:moveTo>
                  <a:lnTo>
                    <a:pt x="3073" y="5052"/>
                  </a:lnTo>
                  <a:cubicBezTo>
                    <a:pt x="3074" y="5057"/>
                    <a:pt x="3073" y="5063"/>
                    <a:pt x="3069" y="5070"/>
                  </a:cubicBezTo>
                  <a:lnTo>
                    <a:pt x="3069" y="5070"/>
                  </a:lnTo>
                  <a:cubicBezTo>
                    <a:pt x="3070" y="5064"/>
                    <a:pt x="3071" y="5058"/>
                    <a:pt x="3073" y="5052"/>
                  </a:cubicBezTo>
                  <a:close/>
                  <a:moveTo>
                    <a:pt x="1932" y="0"/>
                  </a:moveTo>
                  <a:cubicBezTo>
                    <a:pt x="1877" y="0"/>
                    <a:pt x="1822" y="9"/>
                    <a:pt x="1770" y="26"/>
                  </a:cubicBezTo>
                  <a:cubicBezTo>
                    <a:pt x="1586" y="75"/>
                    <a:pt x="1438" y="223"/>
                    <a:pt x="1340" y="395"/>
                  </a:cubicBezTo>
                  <a:cubicBezTo>
                    <a:pt x="1264" y="252"/>
                    <a:pt x="1102" y="166"/>
                    <a:pt x="944" y="166"/>
                  </a:cubicBezTo>
                  <a:cubicBezTo>
                    <a:pt x="871" y="166"/>
                    <a:pt x="800" y="184"/>
                    <a:pt x="738" y="223"/>
                  </a:cubicBezTo>
                  <a:cubicBezTo>
                    <a:pt x="557" y="355"/>
                    <a:pt x="506" y="642"/>
                    <a:pt x="644" y="826"/>
                  </a:cubicBezTo>
                  <a:lnTo>
                    <a:pt x="644" y="826"/>
                  </a:lnTo>
                  <a:cubicBezTo>
                    <a:pt x="587" y="757"/>
                    <a:pt x="496" y="724"/>
                    <a:pt x="403" y="724"/>
                  </a:cubicBezTo>
                  <a:cubicBezTo>
                    <a:pt x="327" y="724"/>
                    <a:pt x="249" y="745"/>
                    <a:pt x="185" y="788"/>
                  </a:cubicBezTo>
                  <a:cubicBezTo>
                    <a:pt x="50" y="899"/>
                    <a:pt x="1" y="1083"/>
                    <a:pt x="13" y="1243"/>
                  </a:cubicBezTo>
                  <a:cubicBezTo>
                    <a:pt x="25" y="1415"/>
                    <a:pt x="111" y="1574"/>
                    <a:pt x="210" y="1722"/>
                  </a:cubicBezTo>
                  <a:lnTo>
                    <a:pt x="1107" y="3528"/>
                  </a:lnTo>
                  <a:cubicBezTo>
                    <a:pt x="934" y="3602"/>
                    <a:pt x="750" y="3688"/>
                    <a:pt x="664" y="3848"/>
                  </a:cubicBezTo>
                  <a:cubicBezTo>
                    <a:pt x="580" y="4004"/>
                    <a:pt x="684" y="4254"/>
                    <a:pt x="849" y="4254"/>
                  </a:cubicBezTo>
                  <a:cubicBezTo>
                    <a:pt x="853" y="4254"/>
                    <a:pt x="857" y="4253"/>
                    <a:pt x="861" y="4253"/>
                  </a:cubicBezTo>
                  <a:lnTo>
                    <a:pt x="861" y="4253"/>
                  </a:lnTo>
                  <a:cubicBezTo>
                    <a:pt x="713" y="4265"/>
                    <a:pt x="603" y="4450"/>
                    <a:pt x="627" y="4597"/>
                  </a:cubicBezTo>
                  <a:cubicBezTo>
                    <a:pt x="664" y="4757"/>
                    <a:pt x="787" y="4880"/>
                    <a:pt x="934" y="4929"/>
                  </a:cubicBezTo>
                  <a:cubicBezTo>
                    <a:pt x="1082" y="4990"/>
                    <a:pt x="1242" y="5003"/>
                    <a:pt x="1401" y="5015"/>
                  </a:cubicBezTo>
                  <a:cubicBezTo>
                    <a:pt x="1401" y="5175"/>
                    <a:pt x="1500" y="5334"/>
                    <a:pt x="1635" y="5408"/>
                  </a:cubicBezTo>
                  <a:cubicBezTo>
                    <a:pt x="1693" y="5437"/>
                    <a:pt x="1759" y="5451"/>
                    <a:pt x="1825" y="5451"/>
                  </a:cubicBezTo>
                  <a:cubicBezTo>
                    <a:pt x="1926" y="5451"/>
                    <a:pt x="2027" y="5418"/>
                    <a:pt x="2102" y="5359"/>
                  </a:cubicBezTo>
                  <a:cubicBezTo>
                    <a:pt x="2210" y="5458"/>
                    <a:pt x="2365" y="5518"/>
                    <a:pt x="2518" y="5518"/>
                  </a:cubicBezTo>
                  <a:cubicBezTo>
                    <a:pt x="2573" y="5518"/>
                    <a:pt x="2627" y="5510"/>
                    <a:pt x="2679" y="5494"/>
                  </a:cubicBezTo>
                  <a:cubicBezTo>
                    <a:pt x="2828" y="5448"/>
                    <a:pt x="2955" y="5338"/>
                    <a:pt x="3025" y="5197"/>
                  </a:cubicBezTo>
                  <a:lnTo>
                    <a:pt x="3025" y="5197"/>
                  </a:lnTo>
                  <a:cubicBezTo>
                    <a:pt x="3991" y="5152"/>
                    <a:pt x="4177" y="4472"/>
                    <a:pt x="4129" y="3884"/>
                  </a:cubicBezTo>
                  <a:cubicBezTo>
                    <a:pt x="4387" y="3663"/>
                    <a:pt x="4510" y="3295"/>
                    <a:pt x="4436" y="2975"/>
                  </a:cubicBezTo>
                  <a:cubicBezTo>
                    <a:pt x="4350" y="2643"/>
                    <a:pt x="4080" y="2373"/>
                    <a:pt x="3748" y="2299"/>
                  </a:cubicBezTo>
                  <a:cubicBezTo>
                    <a:pt x="3969" y="2164"/>
                    <a:pt x="3969" y="1820"/>
                    <a:pt x="3797" y="1648"/>
                  </a:cubicBezTo>
                  <a:cubicBezTo>
                    <a:pt x="3652" y="1493"/>
                    <a:pt x="3429" y="1433"/>
                    <a:pt x="3215" y="1433"/>
                  </a:cubicBezTo>
                  <a:cubicBezTo>
                    <a:pt x="3175" y="1433"/>
                    <a:pt x="3136" y="1435"/>
                    <a:pt x="3097" y="1439"/>
                  </a:cubicBezTo>
                  <a:cubicBezTo>
                    <a:pt x="3294" y="1402"/>
                    <a:pt x="3417" y="1157"/>
                    <a:pt x="3355" y="960"/>
                  </a:cubicBezTo>
                  <a:cubicBezTo>
                    <a:pt x="3294" y="763"/>
                    <a:pt x="3097" y="628"/>
                    <a:pt x="2900" y="604"/>
                  </a:cubicBezTo>
                  <a:cubicBezTo>
                    <a:pt x="2855" y="595"/>
                    <a:pt x="2808" y="591"/>
                    <a:pt x="2761" y="591"/>
                  </a:cubicBezTo>
                  <a:cubicBezTo>
                    <a:pt x="2607" y="591"/>
                    <a:pt x="2449" y="633"/>
                    <a:pt x="2298" y="690"/>
                  </a:cubicBezTo>
                  <a:cubicBezTo>
                    <a:pt x="2434" y="542"/>
                    <a:pt x="2434" y="297"/>
                    <a:pt x="2298" y="161"/>
                  </a:cubicBezTo>
                  <a:cubicBezTo>
                    <a:pt x="2210" y="56"/>
                    <a:pt x="2071" y="0"/>
                    <a:pt x="1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10951207" y="7548"/>
              <a:ext cx="76738" cy="70202"/>
            </a:xfrm>
            <a:custGeom>
              <a:avLst/>
              <a:gdLst/>
              <a:ahLst/>
              <a:cxnLst/>
              <a:rect l="l" t="t" r="r" b="b"/>
              <a:pathLst>
                <a:path w="726" h="714" extrusionOk="0">
                  <a:moveTo>
                    <a:pt x="369" y="1"/>
                  </a:moveTo>
                  <a:cubicBezTo>
                    <a:pt x="173" y="1"/>
                    <a:pt x="1" y="160"/>
                    <a:pt x="1" y="357"/>
                  </a:cubicBezTo>
                  <a:cubicBezTo>
                    <a:pt x="1" y="554"/>
                    <a:pt x="173" y="713"/>
                    <a:pt x="369" y="713"/>
                  </a:cubicBezTo>
                  <a:cubicBezTo>
                    <a:pt x="566" y="713"/>
                    <a:pt x="726" y="554"/>
                    <a:pt x="726" y="357"/>
                  </a:cubicBezTo>
                  <a:cubicBezTo>
                    <a:pt x="726" y="160"/>
                    <a:pt x="566" y="1"/>
                    <a:pt x="369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10987568" y="63592"/>
              <a:ext cx="66380" cy="80624"/>
            </a:xfrm>
            <a:custGeom>
              <a:avLst/>
              <a:gdLst/>
              <a:ahLst/>
              <a:cxnLst/>
              <a:rect l="l" t="t" r="r" b="b"/>
              <a:pathLst>
                <a:path w="628" h="820" extrusionOk="0">
                  <a:moveTo>
                    <a:pt x="384" y="1"/>
                  </a:moveTo>
                  <a:cubicBezTo>
                    <a:pt x="317" y="1"/>
                    <a:pt x="251" y="20"/>
                    <a:pt x="197" y="57"/>
                  </a:cubicBezTo>
                  <a:cubicBezTo>
                    <a:pt x="62" y="156"/>
                    <a:pt x="1" y="315"/>
                    <a:pt x="38" y="475"/>
                  </a:cubicBezTo>
                  <a:cubicBezTo>
                    <a:pt x="62" y="623"/>
                    <a:pt x="173" y="758"/>
                    <a:pt x="320" y="819"/>
                  </a:cubicBezTo>
                  <a:lnTo>
                    <a:pt x="627" y="94"/>
                  </a:lnTo>
                  <a:cubicBezTo>
                    <a:pt x="558" y="32"/>
                    <a:pt x="470" y="1"/>
                    <a:pt x="384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11394091" y="2961480"/>
              <a:ext cx="392358" cy="245413"/>
            </a:xfrm>
            <a:custGeom>
              <a:avLst/>
              <a:gdLst/>
              <a:ahLst/>
              <a:cxnLst/>
              <a:rect l="l" t="t" r="r" b="b"/>
              <a:pathLst>
                <a:path w="3712" h="2496" extrusionOk="0">
                  <a:moveTo>
                    <a:pt x="2888" y="0"/>
                  </a:moveTo>
                  <a:cubicBezTo>
                    <a:pt x="2314" y="584"/>
                    <a:pt x="1864" y="662"/>
                    <a:pt x="1663" y="662"/>
                  </a:cubicBezTo>
                  <a:cubicBezTo>
                    <a:pt x="1589" y="662"/>
                    <a:pt x="1549" y="652"/>
                    <a:pt x="1549" y="652"/>
                  </a:cubicBezTo>
                  <a:lnTo>
                    <a:pt x="62" y="2237"/>
                  </a:lnTo>
                  <a:cubicBezTo>
                    <a:pt x="1" y="2347"/>
                    <a:pt x="87" y="2495"/>
                    <a:pt x="210" y="2495"/>
                  </a:cubicBezTo>
                  <a:cubicBezTo>
                    <a:pt x="227" y="2495"/>
                    <a:pt x="245" y="2495"/>
                    <a:pt x="263" y="2495"/>
                  </a:cubicBezTo>
                  <a:cubicBezTo>
                    <a:pt x="2393" y="2495"/>
                    <a:pt x="3663" y="1032"/>
                    <a:pt x="3687" y="947"/>
                  </a:cubicBezTo>
                  <a:cubicBezTo>
                    <a:pt x="3711" y="873"/>
                    <a:pt x="2888" y="0"/>
                    <a:pt x="2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10726489" y="663562"/>
              <a:ext cx="262559" cy="839772"/>
            </a:xfrm>
            <a:custGeom>
              <a:avLst/>
              <a:gdLst/>
              <a:ahLst/>
              <a:cxnLst/>
              <a:rect l="l" t="t" r="r" b="b"/>
              <a:pathLst>
                <a:path w="2484" h="8541" fill="none" extrusionOk="0">
                  <a:moveTo>
                    <a:pt x="1" y="8541"/>
                  </a:moveTo>
                  <a:lnTo>
                    <a:pt x="2483" y="3159"/>
                  </a:lnTo>
                  <a:lnTo>
                    <a:pt x="2164" y="1"/>
                  </a:lnTo>
                </a:path>
              </a:pathLst>
            </a:custGeom>
            <a:noFill/>
            <a:ln w="400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1"/>
          <p:cNvGrpSpPr/>
          <p:nvPr/>
        </p:nvGrpSpPr>
        <p:grpSpPr>
          <a:xfrm flipH="1">
            <a:off x="1915486" y="3619796"/>
            <a:ext cx="2578706" cy="977964"/>
            <a:chOff x="3682500" y="238150"/>
            <a:chExt cx="3697600" cy="1402300"/>
          </a:xfrm>
        </p:grpSpPr>
        <p:sp>
          <p:nvSpPr>
            <p:cNvPr id="924" name="Google Shape;924;p31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1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1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1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3" name="Google Shape;973;p31"/>
          <p:cNvGrpSpPr/>
          <p:nvPr/>
        </p:nvGrpSpPr>
        <p:grpSpPr>
          <a:xfrm flipH="1">
            <a:off x="5386239" y="1916779"/>
            <a:ext cx="1265926" cy="2761237"/>
            <a:chOff x="238125" y="2370075"/>
            <a:chExt cx="381625" cy="832400"/>
          </a:xfrm>
        </p:grpSpPr>
        <p:sp>
          <p:nvSpPr>
            <p:cNvPr id="974" name="Google Shape;974;p31"/>
            <p:cNvSpPr/>
            <p:nvPr/>
          </p:nvSpPr>
          <p:spPr>
            <a:xfrm>
              <a:off x="417925" y="2484150"/>
              <a:ext cx="86625" cy="204275"/>
            </a:xfrm>
            <a:custGeom>
              <a:avLst/>
              <a:gdLst/>
              <a:ahLst/>
              <a:cxnLst/>
              <a:rect l="l" t="t" r="r" b="b"/>
              <a:pathLst>
                <a:path w="3465" h="8171" extrusionOk="0">
                  <a:moveTo>
                    <a:pt x="2474" y="0"/>
                  </a:moveTo>
                  <a:lnTo>
                    <a:pt x="0" y="341"/>
                  </a:lnTo>
                  <a:lnTo>
                    <a:pt x="1496" y="1716"/>
                  </a:lnTo>
                  <a:lnTo>
                    <a:pt x="1034" y="8171"/>
                  </a:lnTo>
                  <a:lnTo>
                    <a:pt x="2661" y="7665"/>
                  </a:lnTo>
                  <a:lnTo>
                    <a:pt x="3464" y="1848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452000" y="2678775"/>
              <a:ext cx="45400" cy="149325"/>
            </a:xfrm>
            <a:custGeom>
              <a:avLst/>
              <a:gdLst/>
              <a:ahLst/>
              <a:cxnLst/>
              <a:rect l="l" t="t" r="r" b="b"/>
              <a:pathLst>
                <a:path w="1816" h="5973" extrusionOk="0">
                  <a:moveTo>
                    <a:pt x="1815" y="1"/>
                  </a:moveTo>
                  <a:lnTo>
                    <a:pt x="188" y="507"/>
                  </a:lnTo>
                  <a:lnTo>
                    <a:pt x="1" y="5807"/>
                  </a:lnTo>
                  <a:lnTo>
                    <a:pt x="958" y="5972"/>
                  </a:lnTo>
                  <a:lnTo>
                    <a:pt x="1815" y="1"/>
                  </a:ln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450350" y="2811025"/>
              <a:ext cx="27250" cy="12125"/>
            </a:xfrm>
            <a:custGeom>
              <a:avLst/>
              <a:gdLst/>
              <a:ahLst/>
              <a:cxnLst/>
              <a:rect l="l" t="t" r="r" b="b"/>
              <a:pathLst>
                <a:path w="1090" h="485" extrusionOk="0">
                  <a:moveTo>
                    <a:pt x="78" y="1"/>
                  </a:moveTo>
                  <a:lnTo>
                    <a:pt x="1" y="484"/>
                  </a:lnTo>
                  <a:lnTo>
                    <a:pt x="1" y="484"/>
                  </a:lnTo>
                  <a:lnTo>
                    <a:pt x="1057" y="473"/>
                  </a:lnTo>
                  <a:lnTo>
                    <a:pt x="1090" y="12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418475" y="2710125"/>
              <a:ext cx="130600" cy="204025"/>
            </a:xfrm>
            <a:custGeom>
              <a:avLst/>
              <a:gdLst/>
              <a:ahLst/>
              <a:cxnLst/>
              <a:rect l="l" t="t" r="r" b="b"/>
              <a:pathLst>
                <a:path w="5224" h="8161" extrusionOk="0">
                  <a:moveTo>
                    <a:pt x="0" y="1"/>
                  </a:moveTo>
                  <a:lnTo>
                    <a:pt x="902" y="364"/>
                  </a:lnTo>
                  <a:lnTo>
                    <a:pt x="3354" y="8160"/>
                  </a:lnTo>
                  <a:lnTo>
                    <a:pt x="5224" y="7479"/>
                  </a:lnTo>
                  <a:lnTo>
                    <a:pt x="4740" y="2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502325" y="2896018"/>
              <a:ext cx="92400" cy="242775"/>
            </a:xfrm>
            <a:custGeom>
              <a:avLst/>
              <a:gdLst/>
              <a:ahLst/>
              <a:cxnLst/>
              <a:rect l="l" t="t" r="r" b="b"/>
              <a:pathLst>
                <a:path w="3696" h="9711" extrusionOk="0">
                  <a:moveTo>
                    <a:pt x="1859" y="1"/>
                  </a:moveTo>
                  <a:lnTo>
                    <a:pt x="0" y="682"/>
                  </a:lnTo>
                  <a:lnTo>
                    <a:pt x="2453" y="9590"/>
                  </a:lnTo>
                  <a:lnTo>
                    <a:pt x="3695" y="9711"/>
                  </a:lnTo>
                  <a:cubicBezTo>
                    <a:pt x="3695" y="9711"/>
                    <a:pt x="3618" y="4179"/>
                    <a:pt x="3046" y="2860"/>
                  </a:cubicBezTo>
                  <a:cubicBezTo>
                    <a:pt x="2464" y="1540"/>
                    <a:pt x="1859" y="1"/>
                    <a:pt x="1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372825" y="2654875"/>
              <a:ext cx="158925" cy="255975"/>
            </a:xfrm>
            <a:custGeom>
              <a:avLst/>
              <a:gdLst/>
              <a:ahLst/>
              <a:cxnLst/>
              <a:rect l="l" t="t" r="r" b="b"/>
              <a:pathLst>
                <a:path w="6357" h="10239" extrusionOk="0">
                  <a:moveTo>
                    <a:pt x="5257" y="0"/>
                  </a:moveTo>
                  <a:lnTo>
                    <a:pt x="1639" y="440"/>
                  </a:lnTo>
                  <a:lnTo>
                    <a:pt x="1474" y="1936"/>
                  </a:lnTo>
                  <a:lnTo>
                    <a:pt x="1" y="9974"/>
                  </a:lnTo>
                  <a:lnTo>
                    <a:pt x="1969" y="10238"/>
                  </a:lnTo>
                  <a:lnTo>
                    <a:pt x="5862" y="3497"/>
                  </a:lnTo>
                  <a:cubicBezTo>
                    <a:pt x="6357" y="2639"/>
                    <a:pt x="6313" y="1573"/>
                    <a:pt x="5763" y="748"/>
                  </a:cubicBezTo>
                  <a:lnTo>
                    <a:pt x="52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374200" y="2891025"/>
              <a:ext cx="82225" cy="245800"/>
            </a:xfrm>
            <a:custGeom>
              <a:avLst/>
              <a:gdLst/>
              <a:ahLst/>
              <a:cxnLst/>
              <a:rect l="l" t="t" r="r" b="b"/>
              <a:pathLst>
                <a:path w="3289" h="9832" extrusionOk="0">
                  <a:moveTo>
                    <a:pt x="1914" y="1"/>
                  </a:moveTo>
                  <a:lnTo>
                    <a:pt x="1" y="517"/>
                  </a:lnTo>
                  <a:lnTo>
                    <a:pt x="1661" y="9612"/>
                  </a:lnTo>
                  <a:lnTo>
                    <a:pt x="2882" y="9832"/>
                  </a:lnTo>
                  <a:cubicBezTo>
                    <a:pt x="2882" y="9832"/>
                    <a:pt x="3289" y="4322"/>
                    <a:pt x="2838" y="2959"/>
                  </a:cubicBezTo>
                  <a:cubicBezTo>
                    <a:pt x="2387" y="1595"/>
                    <a:pt x="1914" y="1"/>
                    <a:pt x="1914" y="1"/>
                  </a:cubicBezTo>
                  <a:close/>
                </a:path>
              </a:pathLst>
            </a:custGeom>
            <a:solidFill>
              <a:srgbClr val="E84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453375" y="2621050"/>
              <a:ext cx="99275" cy="122925"/>
            </a:xfrm>
            <a:custGeom>
              <a:avLst/>
              <a:gdLst/>
              <a:ahLst/>
              <a:cxnLst/>
              <a:rect l="l" t="t" r="r" b="b"/>
              <a:pathLst>
                <a:path w="3971" h="4917" extrusionOk="0">
                  <a:moveTo>
                    <a:pt x="2442" y="1"/>
                  </a:moveTo>
                  <a:lnTo>
                    <a:pt x="1" y="2299"/>
                  </a:lnTo>
                  <a:lnTo>
                    <a:pt x="3366" y="4916"/>
                  </a:lnTo>
                  <a:lnTo>
                    <a:pt x="3509" y="4828"/>
                  </a:lnTo>
                  <a:cubicBezTo>
                    <a:pt x="3971" y="4344"/>
                    <a:pt x="3014" y="2717"/>
                    <a:pt x="2585" y="2200"/>
                  </a:cubicBezTo>
                  <a:lnTo>
                    <a:pt x="2442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395925" y="2382125"/>
              <a:ext cx="66000" cy="85000"/>
            </a:xfrm>
            <a:custGeom>
              <a:avLst/>
              <a:gdLst/>
              <a:ahLst/>
              <a:cxnLst/>
              <a:rect l="l" t="t" r="r" b="b"/>
              <a:pathLst>
                <a:path w="2640" h="3400" extrusionOk="0">
                  <a:moveTo>
                    <a:pt x="1307" y="1"/>
                  </a:moveTo>
                  <a:cubicBezTo>
                    <a:pt x="1297" y="1"/>
                    <a:pt x="1286" y="1"/>
                    <a:pt x="1276" y="1"/>
                  </a:cubicBezTo>
                  <a:cubicBezTo>
                    <a:pt x="561" y="23"/>
                    <a:pt x="0" y="793"/>
                    <a:pt x="22" y="1739"/>
                  </a:cubicBezTo>
                  <a:cubicBezTo>
                    <a:pt x="55" y="2660"/>
                    <a:pt x="632" y="3400"/>
                    <a:pt x="1333" y="3400"/>
                  </a:cubicBezTo>
                  <a:cubicBezTo>
                    <a:pt x="1344" y="3400"/>
                    <a:pt x="1354" y="3400"/>
                    <a:pt x="1364" y="3399"/>
                  </a:cubicBezTo>
                  <a:cubicBezTo>
                    <a:pt x="2079" y="3377"/>
                    <a:pt x="2640" y="2607"/>
                    <a:pt x="2618" y="1662"/>
                  </a:cubicBezTo>
                  <a:cubicBezTo>
                    <a:pt x="2585" y="740"/>
                    <a:pt x="2008" y="1"/>
                    <a:pt x="1307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417925" y="2445375"/>
              <a:ext cx="41250" cy="58025"/>
            </a:xfrm>
            <a:custGeom>
              <a:avLst/>
              <a:gdLst/>
              <a:ahLst/>
              <a:cxnLst/>
              <a:rect l="l" t="t" r="r" b="b"/>
              <a:pathLst>
                <a:path w="1650" h="2321" extrusionOk="0">
                  <a:moveTo>
                    <a:pt x="990" y="0"/>
                  </a:moveTo>
                  <a:lnTo>
                    <a:pt x="0" y="330"/>
                  </a:lnTo>
                  <a:lnTo>
                    <a:pt x="660" y="2321"/>
                  </a:lnTo>
                  <a:lnTo>
                    <a:pt x="1650" y="1980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389875" y="2508875"/>
              <a:ext cx="161125" cy="248025"/>
            </a:xfrm>
            <a:custGeom>
              <a:avLst/>
              <a:gdLst/>
              <a:ahLst/>
              <a:cxnLst/>
              <a:rect l="l" t="t" r="r" b="b"/>
              <a:pathLst>
                <a:path w="6445" h="9921" extrusionOk="0">
                  <a:moveTo>
                    <a:pt x="3948" y="1"/>
                  </a:moveTo>
                  <a:lnTo>
                    <a:pt x="0" y="782"/>
                  </a:lnTo>
                  <a:lnTo>
                    <a:pt x="88" y="9920"/>
                  </a:lnTo>
                  <a:lnTo>
                    <a:pt x="6445" y="9524"/>
                  </a:lnTo>
                  <a:lnTo>
                    <a:pt x="39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387400" y="2468475"/>
              <a:ext cx="96525" cy="183125"/>
            </a:xfrm>
            <a:custGeom>
              <a:avLst/>
              <a:gdLst/>
              <a:ahLst/>
              <a:cxnLst/>
              <a:rect l="l" t="t" r="r" b="b"/>
              <a:pathLst>
                <a:path w="3861" h="7325" extrusionOk="0">
                  <a:moveTo>
                    <a:pt x="2783" y="0"/>
                  </a:moveTo>
                  <a:lnTo>
                    <a:pt x="2728" y="33"/>
                  </a:lnTo>
                  <a:cubicBezTo>
                    <a:pt x="2495" y="219"/>
                    <a:pt x="2213" y="313"/>
                    <a:pt x="1931" y="313"/>
                  </a:cubicBezTo>
                  <a:cubicBezTo>
                    <a:pt x="1680" y="313"/>
                    <a:pt x="1428" y="239"/>
                    <a:pt x="1210" y="88"/>
                  </a:cubicBezTo>
                  <a:lnTo>
                    <a:pt x="770" y="605"/>
                  </a:lnTo>
                  <a:cubicBezTo>
                    <a:pt x="99" y="1188"/>
                    <a:pt x="0" y="2464"/>
                    <a:pt x="220" y="3321"/>
                  </a:cubicBezTo>
                  <a:lnTo>
                    <a:pt x="1111" y="7214"/>
                  </a:lnTo>
                  <a:lnTo>
                    <a:pt x="3190" y="7324"/>
                  </a:lnTo>
                  <a:lnTo>
                    <a:pt x="3190" y="7324"/>
                  </a:lnTo>
                  <a:lnTo>
                    <a:pt x="1848" y="2684"/>
                  </a:lnTo>
                  <a:lnTo>
                    <a:pt x="2761" y="2793"/>
                  </a:lnTo>
                  <a:lnTo>
                    <a:pt x="3860" y="847"/>
                  </a:lnTo>
                  <a:lnTo>
                    <a:pt x="27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324175" y="3127475"/>
              <a:ext cx="149025" cy="71925"/>
            </a:xfrm>
            <a:custGeom>
              <a:avLst/>
              <a:gdLst/>
              <a:ahLst/>
              <a:cxnLst/>
              <a:rect l="l" t="t" r="r" b="b"/>
              <a:pathLst>
                <a:path w="5961" h="2877" extrusionOk="0">
                  <a:moveTo>
                    <a:pt x="3618" y="0"/>
                  </a:moveTo>
                  <a:lnTo>
                    <a:pt x="2683" y="1023"/>
                  </a:lnTo>
                  <a:cubicBezTo>
                    <a:pt x="2540" y="1188"/>
                    <a:pt x="2353" y="1320"/>
                    <a:pt x="2145" y="1408"/>
                  </a:cubicBezTo>
                  <a:lnTo>
                    <a:pt x="0" y="2364"/>
                  </a:lnTo>
                  <a:lnTo>
                    <a:pt x="2474" y="2859"/>
                  </a:lnTo>
                  <a:cubicBezTo>
                    <a:pt x="2529" y="2871"/>
                    <a:pt x="2584" y="2876"/>
                    <a:pt x="2639" y="2876"/>
                  </a:cubicBezTo>
                  <a:cubicBezTo>
                    <a:pt x="2903" y="2876"/>
                    <a:pt x="3157" y="2748"/>
                    <a:pt x="3321" y="2529"/>
                  </a:cubicBezTo>
                  <a:lnTo>
                    <a:pt x="4146" y="1397"/>
                  </a:lnTo>
                  <a:lnTo>
                    <a:pt x="4421" y="2397"/>
                  </a:lnTo>
                  <a:lnTo>
                    <a:pt x="5961" y="2111"/>
                  </a:lnTo>
                  <a:lnTo>
                    <a:pt x="4982" y="66"/>
                  </a:lnTo>
                  <a:lnTo>
                    <a:pt x="4982" y="77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484725" y="3135700"/>
              <a:ext cx="135025" cy="66775"/>
            </a:xfrm>
            <a:custGeom>
              <a:avLst/>
              <a:gdLst/>
              <a:ahLst/>
              <a:cxnLst/>
              <a:rect l="l" t="t" r="r" b="b"/>
              <a:pathLst>
                <a:path w="5401" h="2671" extrusionOk="0">
                  <a:moveTo>
                    <a:pt x="3157" y="1"/>
                  </a:moveTo>
                  <a:lnTo>
                    <a:pt x="2376" y="980"/>
                  </a:lnTo>
                  <a:cubicBezTo>
                    <a:pt x="2244" y="1134"/>
                    <a:pt x="2090" y="1266"/>
                    <a:pt x="1903" y="1365"/>
                  </a:cubicBezTo>
                  <a:lnTo>
                    <a:pt x="0" y="2343"/>
                  </a:lnTo>
                  <a:lnTo>
                    <a:pt x="2277" y="2662"/>
                  </a:lnTo>
                  <a:cubicBezTo>
                    <a:pt x="2315" y="2668"/>
                    <a:pt x="2352" y="2671"/>
                    <a:pt x="2390" y="2671"/>
                  </a:cubicBezTo>
                  <a:cubicBezTo>
                    <a:pt x="2645" y="2671"/>
                    <a:pt x="2881" y="2542"/>
                    <a:pt x="3025" y="2321"/>
                  </a:cubicBezTo>
                  <a:lnTo>
                    <a:pt x="3706" y="1244"/>
                  </a:lnTo>
                  <a:lnTo>
                    <a:pt x="4014" y="2134"/>
                  </a:lnTo>
                  <a:lnTo>
                    <a:pt x="5400" y="1793"/>
                  </a:lnTo>
                  <a:lnTo>
                    <a:pt x="43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365125" y="3119500"/>
              <a:ext cx="42650" cy="39050"/>
            </a:xfrm>
            <a:custGeom>
              <a:avLst/>
              <a:gdLst/>
              <a:ahLst/>
              <a:cxnLst/>
              <a:rect l="l" t="t" r="r" b="b"/>
              <a:pathLst>
                <a:path w="1706" h="1562" fill="none" extrusionOk="0">
                  <a:moveTo>
                    <a:pt x="1573" y="924"/>
                  </a:moveTo>
                  <a:cubicBezTo>
                    <a:pt x="1298" y="792"/>
                    <a:pt x="1045" y="616"/>
                    <a:pt x="847" y="396"/>
                  </a:cubicBezTo>
                  <a:cubicBezTo>
                    <a:pt x="748" y="297"/>
                    <a:pt x="858" y="143"/>
                    <a:pt x="979" y="198"/>
                  </a:cubicBezTo>
                  <a:cubicBezTo>
                    <a:pt x="1056" y="231"/>
                    <a:pt x="1122" y="275"/>
                    <a:pt x="1177" y="330"/>
                  </a:cubicBezTo>
                  <a:cubicBezTo>
                    <a:pt x="1320" y="473"/>
                    <a:pt x="1397" y="649"/>
                    <a:pt x="1474" y="825"/>
                  </a:cubicBezTo>
                  <a:cubicBezTo>
                    <a:pt x="1342" y="649"/>
                    <a:pt x="1232" y="440"/>
                    <a:pt x="1177" y="220"/>
                  </a:cubicBezTo>
                  <a:cubicBezTo>
                    <a:pt x="1166" y="154"/>
                    <a:pt x="1155" y="88"/>
                    <a:pt x="1199" y="44"/>
                  </a:cubicBezTo>
                  <a:cubicBezTo>
                    <a:pt x="1232" y="0"/>
                    <a:pt x="1298" y="0"/>
                    <a:pt x="1342" y="33"/>
                  </a:cubicBezTo>
                  <a:cubicBezTo>
                    <a:pt x="1397" y="55"/>
                    <a:pt x="1430" y="99"/>
                    <a:pt x="1452" y="143"/>
                  </a:cubicBezTo>
                  <a:cubicBezTo>
                    <a:pt x="1628" y="385"/>
                    <a:pt x="1705" y="704"/>
                    <a:pt x="1672" y="1001"/>
                  </a:cubicBezTo>
                  <a:cubicBezTo>
                    <a:pt x="1672" y="1122"/>
                    <a:pt x="1628" y="1243"/>
                    <a:pt x="1529" y="1298"/>
                  </a:cubicBezTo>
                  <a:cubicBezTo>
                    <a:pt x="1408" y="1364"/>
                    <a:pt x="1265" y="1287"/>
                    <a:pt x="1133" y="1243"/>
                  </a:cubicBezTo>
                  <a:cubicBezTo>
                    <a:pt x="880" y="1155"/>
                    <a:pt x="595" y="1221"/>
                    <a:pt x="397" y="1386"/>
                  </a:cubicBezTo>
                  <a:cubicBezTo>
                    <a:pt x="331" y="1441"/>
                    <a:pt x="276" y="1507"/>
                    <a:pt x="199" y="1529"/>
                  </a:cubicBezTo>
                  <a:cubicBezTo>
                    <a:pt x="122" y="1562"/>
                    <a:pt x="12" y="1518"/>
                    <a:pt x="1" y="1430"/>
                  </a:cubicBezTo>
                </a:path>
              </a:pathLst>
            </a:custGeom>
            <a:noFill/>
            <a:ln w="1650" cap="flat" cmpd="sng">
              <a:solidFill>
                <a:srgbClr val="070303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390300" y="2370075"/>
              <a:ext cx="61175" cy="51125"/>
            </a:xfrm>
            <a:custGeom>
              <a:avLst/>
              <a:gdLst/>
              <a:ahLst/>
              <a:cxnLst/>
              <a:rect l="l" t="t" r="r" b="b"/>
              <a:pathLst>
                <a:path w="2447" h="2045" extrusionOk="0">
                  <a:moveTo>
                    <a:pt x="1753" y="0"/>
                  </a:moveTo>
                  <a:cubicBezTo>
                    <a:pt x="1025" y="0"/>
                    <a:pt x="1" y="304"/>
                    <a:pt x="115" y="2045"/>
                  </a:cubicBezTo>
                  <a:lnTo>
                    <a:pt x="2403" y="1891"/>
                  </a:lnTo>
                  <a:lnTo>
                    <a:pt x="2447" y="87"/>
                  </a:lnTo>
                  <a:cubicBezTo>
                    <a:pt x="2447" y="87"/>
                    <a:pt x="2142" y="0"/>
                    <a:pt x="1753" y="0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532550" y="3126650"/>
              <a:ext cx="41000" cy="34375"/>
            </a:xfrm>
            <a:custGeom>
              <a:avLst/>
              <a:gdLst/>
              <a:ahLst/>
              <a:cxnLst/>
              <a:rect l="l" t="t" r="r" b="b"/>
              <a:pathLst>
                <a:path w="1640" h="1375" fill="none" extrusionOk="0">
                  <a:moveTo>
                    <a:pt x="1222" y="814"/>
                  </a:moveTo>
                  <a:cubicBezTo>
                    <a:pt x="1123" y="528"/>
                    <a:pt x="903" y="275"/>
                    <a:pt x="639" y="132"/>
                  </a:cubicBezTo>
                  <a:lnTo>
                    <a:pt x="639" y="132"/>
                  </a:lnTo>
                  <a:cubicBezTo>
                    <a:pt x="430" y="22"/>
                    <a:pt x="199" y="275"/>
                    <a:pt x="353" y="462"/>
                  </a:cubicBezTo>
                  <a:cubicBezTo>
                    <a:pt x="485" y="638"/>
                    <a:pt x="672" y="759"/>
                    <a:pt x="881" y="814"/>
                  </a:cubicBezTo>
                  <a:cubicBezTo>
                    <a:pt x="1002" y="748"/>
                    <a:pt x="1068" y="616"/>
                    <a:pt x="1112" y="495"/>
                  </a:cubicBezTo>
                  <a:cubicBezTo>
                    <a:pt x="1156" y="363"/>
                    <a:pt x="1200" y="231"/>
                    <a:pt x="1299" y="132"/>
                  </a:cubicBezTo>
                  <a:lnTo>
                    <a:pt x="1299" y="132"/>
                  </a:lnTo>
                  <a:cubicBezTo>
                    <a:pt x="1431" y="0"/>
                    <a:pt x="1640" y="198"/>
                    <a:pt x="1530" y="341"/>
                  </a:cubicBezTo>
                  <a:cubicBezTo>
                    <a:pt x="1321" y="649"/>
                    <a:pt x="969" y="869"/>
                    <a:pt x="606" y="913"/>
                  </a:cubicBezTo>
                  <a:cubicBezTo>
                    <a:pt x="485" y="924"/>
                    <a:pt x="364" y="935"/>
                    <a:pt x="265" y="990"/>
                  </a:cubicBezTo>
                  <a:cubicBezTo>
                    <a:pt x="122" y="1067"/>
                    <a:pt x="56" y="1221"/>
                    <a:pt x="1" y="1375"/>
                  </a:cubicBezTo>
                </a:path>
              </a:pathLst>
            </a:custGeom>
            <a:noFill/>
            <a:ln w="1650" cap="flat" cmpd="sng">
              <a:solidFill>
                <a:schemeClr val="dk1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428100" y="2371525"/>
              <a:ext cx="54450" cy="81650"/>
            </a:xfrm>
            <a:custGeom>
              <a:avLst/>
              <a:gdLst/>
              <a:ahLst/>
              <a:cxnLst/>
              <a:rect l="l" t="t" r="r" b="b"/>
              <a:pathLst>
                <a:path w="2178" h="3266" extrusionOk="0">
                  <a:moveTo>
                    <a:pt x="484" y="1"/>
                  </a:moveTo>
                  <a:cubicBezTo>
                    <a:pt x="319" y="1"/>
                    <a:pt x="155" y="31"/>
                    <a:pt x="0" y="95"/>
                  </a:cubicBezTo>
                  <a:lnTo>
                    <a:pt x="330" y="1602"/>
                  </a:lnTo>
                  <a:cubicBezTo>
                    <a:pt x="528" y="1789"/>
                    <a:pt x="506" y="2097"/>
                    <a:pt x="462" y="2372"/>
                  </a:cubicBezTo>
                  <a:cubicBezTo>
                    <a:pt x="429" y="2636"/>
                    <a:pt x="396" y="2954"/>
                    <a:pt x="594" y="3141"/>
                  </a:cubicBezTo>
                  <a:cubicBezTo>
                    <a:pt x="686" y="3226"/>
                    <a:pt x="813" y="3265"/>
                    <a:pt x="943" y="3265"/>
                  </a:cubicBezTo>
                  <a:cubicBezTo>
                    <a:pt x="1015" y="3265"/>
                    <a:pt x="1088" y="3253"/>
                    <a:pt x="1155" y="3229"/>
                  </a:cubicBezTo>
                  <a:cubicBezTo>
                    <a:pt x="1342" y="3152"/>
                    <a:pt x="1496" y="3009"/>
                    <a:pt x="1617" y="2856"/>
                  </a:cubicBezTo>
                  <a:cubicBezTo>
                    <a:pt x="2057" y="2284"/>
                    <a:pt x="2177" y="1448"/>
                    <a:pt x="1837" y="810"/>
                  </a:cubicBezTo>
                  <a:cubicBezTo>
                    <a:pt x="1575" y="322"/>
                    <a:pt x="1024" y="1"/>
                    <a:pt x="484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329125" y="2809650"/>
              <a:ext cx="8250" cy="33300"/>
            </a:xfrm>
            <a:custGeom>
              <a:avLst/>
              <a:gdLst/>
              <a:ahLst/>
              <a:cxnLst/>
              <a:rect l="l" t="t" r="r" b="b"/>
              <a:pathLst>
                <a:path w="330" h="1332" extrusionOk="0">
                  <a:moveTo>
                    <a:pt x="0" y="1"/>
                  </a:moveTo>
                  <a:lnTo>
                    <a:pt x="0" y="1331"/>
                  </a:lnTo>
                  <a:lnTo>
                    <a:pt x="330" y="1331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378325" y="2809650"/>
              <a:ext cx="8550" cy="33300"/>
            </a:xfrm>
            <a:custGeom>
              <a:avLst/>
              <a:gdLst/>
              <a:ahLst/>
              <a:cxnLst/>
              <a:rect l="l" t="t" r="r" b="b"/>
              <a:pathLst>
                <a:path w="342" h="1332" extrusionOk="0">
                  <a:moveTo>
                    <a:pt x="1" y="1"/>
                  </a:moveTo>
                  <a:lnTo>
                    <a:pt x="1" y="1331"/>
                  </a:lnTo>
                  <a:lnTo>
                    <a:pt x="341" y="133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84300" y="3156875"/>
              <a:ext cx="22575" cy="44850"/>
            </a:xfrm>
            <a:custGeom>
              <a:avLst/>
              <a:gdLst/>
              <a:ahLst/>
              <a:cxnLst/>
              <a:rect l="l" t="t" r="r" b="b"/>
              <a:pathLst>
                <a:path w="903" h="1794" extrusionOk="0">
                  <a:moveTo>
                    <a:pt x="385" y="1"/>
                  </a:moveTo>
                  <a:cubicBezTo>
                    <a:pt x="176" y="1"/>
                    <a:pt x="1" y="177"/>
                    <a:pt x="1" y="386"/>
                  </a:cubicBezTo>
                  <a:lnTo>
                    <a:pt x="1" y="1419"/>
                  </a:lnTo>
                  <a:cubicBezTo>
                    <a:pt x="1" y="1628"/>
                    <a:pt x="176" y="1793"/>
                    <a:pt x="385" y="1793"/>
                  </a:cubicBezTo>
                  <a:lnTo>
                    <a:pt x="517" y="1793"/>
                  </a:lnTo>
                  <a:cubicBezTo>
                    <a:pt x="726" y="1793"/>
                    <a:pt x="902" y="1628"/>
                    <a:pt x="902" y="1419"/>
                  </a:cubicBezTo>
                  <a:lnTo>
                    <a:pt x="902" y="386"/>
                  </a:lnTo>
                  <a:cubicBezTo>
                    <a:pt x="902" y="177"/>
                    <a:pt x="726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409125" y="3156875"/>
              <a:ext cx="22275" cy="44850"/>
            </a:xfrm>
            <a:custGeom>
              <a:avLst/>
              <a:gdLst/>
              <a:ahLst/>
              <a:cxnLst/>
              <a:rect l="l" t="t" r="r" b="b"/>
              <a:pathLst>
                <a:path w="891" h="1794" extrusionOk="0">
                  <a:moveTo>
                    <a:pt x="385" y="1"/>
                  </a:moveTo>
                  <a:cubicBezTo>
                    <a:pt x="165" y="1"/>
                    <a:pt x="0" y="177"/>
                    <a:pt x="0" y="386"/>
                  </a:cubicBezTo>
                  <a:lnTo>
                    <a:pt x="0" y="1419"/>
                  </a:lnTo>
                  <a:cubicBezTo>
                    <a:pt x="0" y="1628"/>
                    <a:pt x="165" y="1793"/>
                    <a:pt x="385" y="1793"/>
                  </a:cubicBezTo>
                  <a:lnTo>
                    <a:pt x="517" y="1793"/>
                  </a:lnTo>
                  <a:cubicBezTo>
                    <a:pt x="726" y="1793"/>
                    <a:pt x="891" y="1628"/>
                    <a:pt x="891" y="1419"/>
                  </a:cubicBezTo>
                  <a:lnTo>
                    <a:pt x="891" y="386"/>
                  </a:lnTo>
                  <a:cubicBezTo>
                    <a:pt x="891" y="177"/>
                    <a:pt x="726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238125" y="2833850"/>
              <a:ext cx="239475" cy="340925"/>
            </a:xfrm>
            <a:custGeom>
              <a:avLst/>
              <a:gdLst/>
              <a:ahLst/>
              <a:cxnLst/>
              <a:rect l="l" t="t" r="r" b="b"/>
              <a:pathLst>
                <a:path w="9579" h="13637" extrusionOk="0">
                  <a:moveTo>
                    <a:pt x="0" y="0"/>
                  </a:moveTo>
                  <a:lnTo>
                    <a:pt x="0" y="13637"/>
                  </a:lnTo>
                  <a:lnTo>
                    <a:pt x="9579" y="13637"/>
                  </a:lnTo>
                  <a:lnTo>
                    <a:pt x="95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294750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99" y="1"/>
                  </a:moveTo>
                  <a:cubicBezTo>
                    <a:pt x="44" y="1"/>
                    <a:pt x="0" y="45"/>
                    <a:pt x="0" y="111"/>
                  </a:cubicBezTo>
                  <a:lnTo>
                    <a:pt x="0" y="9403"/>
                  </a:lnTo>
                  <a:cubicBezTo>
                    <a:pt x="0" y="9458"/>
                    <a:pt x="44" y="9513"/>
                    <a:pt x="99" y="9513"/>
                  </a:cubicBezTo>
                  <a:lnTo>
                    <a:pt x="143" y="9513"/>
                  </a:lnTo>
                  <a:cubicBezTo>
                    <a:pt x="198" y="9513"/>
                    <a:pt x="253" y="9458"/>
                    <a:pt x="253" y="9403"/>
                  </a:cubicBezTo>
                  <a:lnTo>
                    <a:pt x="253" y="111"/>
                  </a:lnTo>
                  <a:cubicBezTo>
                    <a:pt x="253" y="45"/>
                    <a:pt x="198" y="1"/>
                    <a:pt x="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354675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111" y="1"/>
                  </a:moveTo>
                  <a:cubicBezTo>
                    <a:pt x="56" y="1"/>
                    <a:pt x="1" y="45"/>
                    <a:pt x="1" y="111"/>
                  </a:cubicBezTo>
                  <a:lnTo>
                    <a:pt x="1" y="9403"/>
                  </a:lnTo>
                  <a:cubicBezTo>
                    <a:pt x="1" y="9458"/>
                    <a:pt x="56" y="9513"/>
                    <a:pt x="111" y="9513"/>
                  </a:cubicBezTo>
                  <a:lnTo>
                    <a:pt x="144" y="9513"/>
                  </a:lnTo>
                  <a:cubicBezTo>
                    <a:pt x="210" y="9513"/>
                    <a:pt x="254" y="9458"/>
                    <a:pt x="254" y="9403"/>
                  </a:cubicBezTo>
                  <a:lnTo>
                    <a:pt x="254" y="111"/>
                  </a:lnTo>
                  <a:cubicBezTo>
                    <a:pt x="254" y="45"/>
                    <a:pt x="210" y="1"/>
                    <a:pt x="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414900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110" y="1"/>
                  </a:moveTo>
                  <a:cubicBezTo>
                    <a:pt x="44" y="1"/>
                    <a:pt x="0" y="45"/>
                    <a:pt x="0" y="111"/>
                  </a:cubicBezTo>
                  <a:lnTo>
                    <a:pt x="0" y="9403"/>
                  </a:lnTo>
                  <a:cubicBezTo>
                    <a:pt x="0" y="9458"/>
                    <a:pt x="44" y="9513"/>
                    <a:pt x="110" y="9513"/>
                  </a:cubicBezTo>
                  <a:lnTo>
                    <a:pt x="143" y="9513"/>
                  </a:lnTo>
                  <a:cubicBezTo>
                    <a:pt x="209" y="9513"/>
                    <a:pt x="253" y="9458"/>
                    <a:pt x="253" y="9403"/>
                  </a:cubicBezTo>
                  <a:lnTo>
                    <a:pt x="253" y="111"/>
                  </a:lnTo>
                  <a:cubicBezTo>
                    <a:pt x="253" y="45"/>
                    <a:pt x="209" y="1"/>
                    <a:pt x="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315925" y="2802500"/>
              <a:ext cx="83875" cy="7725"/>
            </a:xfrm>
            <a:custGeom>
              <a:avLst/>
              <a:gdLst/>
              <a:ahLst/>
              <a:cxnLst/>
              <a:rect l="l" t="t" r="r" b="b"/>
              <a:pathLst>
                <a:path w="3355" h="309" extrusionOk="0">
                  <a:moveTo>
                    <a:pt x="0" y="1"/>
                  </a:moveTo>
                  <a:lnTo>
                    <a:pt x="0" y="309"/>
                  </a:lnTo>
                  <a:lnTo>
                    <a:pt x="3354" y="309"/>
                  </a:lnTo>
                  <a:lnTo>
                    <a:pt x="3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354950" y="2648825"/>
              <a:ext cx="82225" cy="131700"/>
            </a:xfrm>
            <a:custGeom>
              <a:avLst/>
              <a:gdLst/>
              <a:ahLst/>
              <a:cxnLst/>
              <a:rect l="l" t="t" r="r" b="b"/>
              <a:pathLst>
                <a:path w="3289" h="5268" extrusionOk="0">
                  <a:moveTo>
                    <a:pt x="1518" y="0"/>
                  </a:moveTo>
                  <a:lnTo>
                    <a:pt x="1" y="5191"/>
                  </a:lnTo>
                  <a:lnTo>
                    <a:pt x="650" y="5268"/>
                  </a:lnTo>
                  <a:lnTo>
                    <a:pt x="3289" y="176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340925" y="2769025"/>
              <a:ext cx="31375" cy="43875"/>
            </a:xfrm>
            <a:custGeom>
              <a:avLst/>
              <a:gdLst/>
              <a:ahLst/>
              <a:cxnLst/>
              <a:rect l="l" t="t" r="r" b="b"/>
              <a:pathLst>
                <a:path w="1255" h="1755" extrusionOk="0">
                  <a:moveTo>
                    <a:pt x="917" y="1"/>
                  </a:moveTo>
                  <a:cubicBezTo>
                    <a:pt x="693" y="1"/>
                    <a:pt x="401" y="279"/>
                    <a:pt x="210" y="691"/>
                  </a:cubicBezTo>
                  <a:cubicBezTo>
                    <a:pt x="1" y="1164"/>
                    <a:pt x="12" y="1637"/>
                    <a:pt x="243" y="1735"/>
                  </a:cubicBezTo>
                  <a:cubicBezTo>
                    <a:pt x="273" y="1748"/>
                    <a:pt x="305" y="1755"/>
                    <a:pt x="338" y="1755"/>
                  </a:cubicBezTo>
                  <a:cubicBezTo>
                    <a:pt x="563" y="1755"/>
                    <a:pt x="853" y="1476"/>
                    <a:pt x="1035" y="1065"/>
                  </a:cubicBezTo>
                  <a:cubicBezTo>
                    <a:pt x="1255" y="592"/>
                    <a:pt x="1244" y="119"/>
                    <a:pt x="1013" y="20"/>
                  </a:cubicBezTo>
                  <a:cubicBezTo>
                    <a:pt x="983" y="7"/>
                    <a:pt x="951" y="1"/>
                    <a:pt x="917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354125" y="2608400"/>
              <a:ext cx="90750" cy="170200"/>
            </a:xfrm>
            <a:custGeom>
              <a:avLst/>
              <a:gdLst/>
              <a:ahLst/>
              <a:cxnLst/>
              <a:rect l="l" t="t" r="r" b="b"/>
              <a:pathLst>
                <a:path w="3630" h="6808" extrusionOk="0">
                  <a:moveTo>
                    <a:pt x="1475" y="1"/>
                  </a:moveTo>
                  <a:cubicBezTo>
                    <a:pt x="1475" y="1"/>
                    <a:pt x="1475" y="1"/>
                    <a:pt x="1474" y="1"/>
                  </a:cubicBezTo>
                  <a:cubicBezTo>
                    <a:pt x="1452" y="1"/>
                    <a:pt x="1" y="6511"/>
                    <a:pt x="1" y="6511"/>
                  </a:cubicBezTo>
                  <a:lnTo>
                    <a:pt x="793" y="6808"/>
                  </a:lnTo>
                  <a:lnTo>
                    <a:pt x="3630" y="1727"/>
                  </a:lnTo>
                  <a:cubicBezTo>
                    <a:pt x="3630" y="1727"/>
                    <a:pt x="1521" y="1"/>
                    <a:pt x="1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425350" y="2371225"/>
              <a:ext cx="120700" cy="252975"/>
            </a:xfrm>
            <a:custGeom>
              <a:avLst/>
              <a:gdLst/>
              <a:ahLst/>
              <a:cxnLst/>
              <a:rect l="l" t="t" r="r" b="b"/>
              <a:pathLst>
                <a:path w="4828" h="10119" extrusionOk="0">
                  <a:moveTo>
                    <a:pt x="818" y="1"/>
                  </a:moveTo>
                  <a:cubicBezTo>
                    <a:pt x="635" y="1"/>
                    <a:pt x="455" y="37"/>
                    <a:pt x="308" y="140"/>
                  </a:cubicBezTo>
                  <a:cubicBezTo>
                    <a:pt x="110" y="272"/>
                    <a:pt x="0" y="536"/>
                    <a:pt x="110" y="745"/>
                  </a:cubicBezTo>
                  <a:cubicBezTo>
                    <a:pt x="198" y="932"/>
                    <a:pt x="429" y="1009"/>
                    <a:pt x="572" y="1163"/>
                  </a:cubicBezTo>
                  <a:cubicBezTo>
                    <a:pt x="737" y="1328"/>
                    <a:pt x="781" y="1581"/>
                    <a:pt x="759" y="1812"/>
                  </a:cubicBezTo>
                  <a:cubicBezTo>
                    <a:pt x="726" y="2043"/>
                    <a:pt x="627" y="2252"/>
                    <a:pt x="539" y="2472"/>
                  </a:cubicBezTo>
                  <a:lnTo>
                    <a:pt x="561" y="2197"/>
                  </a:lnTo>
                  <a:lnTo>
                    <a:pt x="561" y="2197"/>
                  </a:lnTo>
                  <a:cubicBezTo>
                    <a:pt x="110" y="2835"/>
                    <a:pt x="110" y="3769"/>
                    <a:pt x="572" y="4407"/>
                  </a:cubicBezTo>
                  <a:cubicBezTo>
                    <a:pt x="869" y="4814"/>
                    <a:pt x="1320" y="5100"/>
                    <a:pt x="1562" y="5529"/>
                  </a:cubicBezTo>
                  <a:cubicBezTo>
                    <a:pt x="1848" y="6013"/>
                    <a:pt x="1837" y="6607"/>
                    <a:pt x="1771" y="7156"/>
                  </a:cubicBezTo>
                  <a:cubicBezTo>
                    <a:pt x="1694" y="7706"/>
                    <a:pt x="1573" y="8256"/>
                    <a:pt x="1650" y="8806"/>
                  </a:cubicBezTo>
                  <a:cubicBezTo>
                    <a:pt x="1716" y="9356"/>
                    <a:pt x="2035" y="9917"/>
                    <a:pt x="2573" y="10071"/>
                  </a:cubicBezTo>
                  <a:cubicBezTo>
                    <a:pt x="2678" y="10103"/>
                    <a:pt x="2785" y="10118"/>
                    <a:pt x="2892" y="10118"/>
                  </a:cubicBezTo>
                  <a:cubicBezTo>
                    <a:pt x="3180" y="10118"/>
                    <a:pt x="3469" y="10011"/>
                    <a:pt x="3717" y="9851"/>
                  </a:cubicBezTo>
                  <a:cubicBezTo>
                    <a:pt x="4278" y="9499"/>
                    <a:pt x="4663" y="8883"/>
                    <a:pt x="4751" y="8234"/>
                  </a:cubicBezTo>
                  <a:cubicBezTo>
                    <a:pt x="4828" y="7574"/>
                    <a:pt x="4608" y="6881"/>
                    <a:pt x="4157" y="6409"/>
                  </a:cubicBezTo>
                  <a:cubicBezTo>
                    <a:pt x="3915" y="6145"/>
                    <a:pt x="3618" y="5947"/>
                    <a:pt x="3354" y="5716"/>
                  </a:cubicBezTo>
                  <a:cubicBezTo>
                    <a:pt x="3090" y="5474"/>
                    <a:pt x="2859" y="5177"/>
                    <a:pt x="2826" y="4825"/>
                  </a:cubicBezTo>
                  <a:cubicBezTo>
                    <a:pt x="2771" y="4407"/>
                    <a:pt x="2991" y="4022"/>
                    <a:pt x="3123" y="3626"/>
                  </a:cubicBezTo>
                  <a:cubicBezTo>
                    <a:pt x="3387" y="2857"/>
                    <a:pt x="3332" y="1977"/>
                    <a:pt x="2936" y="1273"/>
                  </a:cubicBezTo>
                  <a:cubicBezTo>
                    <a:pt x="2529" y="569"/>
                    <a:pt x="1782" y="63"/>
                    <a:pt x="968" y="8"/>
                  </a:cubicBezTo>
                  <a:cubicBezTo>
                    <a:pt x="918" y="4"/>
                    <a:pt x="868" y="1"/>
                    <a:pt x="818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428375" y="2414300"/>
              <a:ext cx="17600" cy="17900"/>
            </a:xfrm>
            <a:custGeom>
              <a:avLst/>
              <a:gdLst/>
              <a:ahLst/>
              <a:cxnLst/>
              <a:rect l="l" t="t" r="r" b="b"/>
              <a:pathLst>
                <a:path w="704" h="716" extrusionOk="0">
                  <a:moveTo>
                    <a:pt x="352" y="1"/>
                  </a:moveTo>
                  <a:cubicBezTo>
                    <a:pt x="154" y="1"/>
                    <a:pt x="0" y="166"/>
                    <a:pt x="0" y="364"/>
                  </a:cubicBezTo>
                  <a:cubicBezTo>
                    <a:pt x="0" y="551"/>
                    <a:pt x="154" y="716"/>
                    <a:pt x="352" y="716"/>
                  </a:cubicBezTo>
                  <a:cubicBezTo>
                    <a:pt x="550" y="716"/>
                    <a:pt x="704" y="551"/>
                    <a:pt x="704" y="364"/>
                  </a:cubicBezTo>
                  <a:cubicBezTo>
                    <a:pt x="704" y="166"/>
                    <a:pt x="550" y="1"/>
                    <a:pt x="35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392900" y="2547100"/>
              <a:ext cx="46200" cy="198250"/>
            </a:xfrm>
            <a:custGeom>
              <a:avLst/>
              <a:gdLst/>
              <a:ahLst/>
              <a:cxnLst/>
              <a:rect l="l" t="t" r="r" b="b"/>
              <a:pathLst>
                <a:path w="1848" h="7930" fill="none" extrusionOk="0">
                  <a:moveTo>
                    <a:pt x="0" y="7929"/>
                  </a:moveTo>
                  <a:cubicBezTo>
                    <a:pt x="66" y="7753"/>
                    <a:pt x="1848" y="2794"/>
                    <a:pt x="1848" y="2794"/>
                  </a:cubicBezTo>
                  <a:lnTo>
                    <a:pt x="1848" y="0"/>
                  </a:lnTo>
                </a:path>
              </a:pathLst>
            </a:custGeom>
            <a:noFill/>
            <a:ln w="3575" cap="flat" cmpd="sng">
              <a:solidFill>
                <a:srgbClr val="0D0F1F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32"/>
          <p:cNvGrpSpPr/>
          <p:nvPr/>
        </p:nvGrpSpPr>
        <p:grpSpPr>
          <a:xfrm flipH="1">
            <a:off x="1522400" y="3589346"/>
            <a:ext cx="2168642" cy="822449"/>
            <a:chOff x="3682500" y="238150"/>
            <a:chExt cx="3697600" cy="1402300"/>
          </a:xfrm>
        </p:grpSpPr>
        <p:sp>
          <p:nvSpPr>
            <p:cNvPr id="1012" name="Google Shape;1012;p32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2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2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2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2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2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2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2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2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1" name="Google Shape;1061;p32"/>
          <p:cNvSpPr txBox="1">
            <a:spLocks noGrp="1"/>
          </p:cNvSpPr>
          <p:nvPr>
            <p:ph type="title"/>
          </p:nvPr>
        </p:nvSpPr>
        <p:spPr>
          <a:xfrm>
            <a:off x="722375" y="277242"/>
            <a:ext cx="4667552" cy="1099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Описание предметной области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62" name="Google Shape;1062;p32"/>
          <p:cNvSpPr txBox="1">
            <a:spLocks noGrp="1"/>
          </p:cNvSpPr>
          <p:nvPr>
            <p:ph type="body" idx="1"/>
          </p:nvPr>
        </p:nvSpPr>
        <p:spPr>
          <a:xfrm>
            <a:off x="722375" y="1473986"/>
            <a:ext cx="3986100" cy="3196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Программное обеспечение бронирования авиабилетов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это система бронирования, ориентированная на конкретного пользователя и использующаяся клиентами авиакомпаний для бронирования авиабилетов.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Авиакомпании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используют эти приложения для выполнения всех своих задач, связанных с бронированием и с оптимизацией его процесса.</a:t>
            </a:r>
            <a:endParaRPr lang="de-CH" sz="1100" dirty="0"/>
          </a:p>
        </p:txBody>
      </p:sp>
      <p:pic>
        <p:nvPicPr>
          <p:cNvPr id="1063" name="Google Shape;1063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9316" t="393" r="47058" b="-393"/>
          <a:stretch/>
        </p:blipFill>
        <p:spPr>
          <a:xfrm>
            <a:off x="5328386" y="0"/>
            <a:ext cx="3204326" cy="4886269"/>
          </a:xfrm>
          <a:prstGeom prst="rect">
            <a:avLst/>
          </a:prstGeom>
        </p:spPr>
      </p:pic>
      <p:grpSp>
        <p:nvGrpSpPr>
          <p:cNvPr id="1064" name="Google Shape;1064;p32"/>
          <p:cNvGrpSpPr/>
          <p:nvPr/>
        </p:nvGrpSpPr>
        <p:grpSpPr>
          <a:xfrm>
            <a:off x="4546587" y="2419549"/>
            <a:ext cx="1234134" cy="2454877"/>
            <a:chOff x="7547135" y="-426157"/>
            <a:chExt cx="1843092" cy="3666185"/>
          </a:xfrm>
        </p:grpSpPr>
        <p:sp>
          <p:nvSpPr>
            <p:cNvPr id="1065" name="Google Shape;1065;p32"/>
            <p:cNvSpPr/>
            <p:nvPr/>
          </p:nvSpPr>
          <p:spPr>
            <a:xfrm>
              <a:off x="8395273" y="68017"/>
              <a:ext cx="590969" cy="1026979"/>
            </a:xfrm>
            <a:custGeom>
              <a:avLst/>
              <a:gdLst/>
              <a:ahLst/>
              <a:cxnLst/>
              <a:rect l="l" t="t" r="r" b="b"/>
              <a:pathLst>
                <a:path w="5591" h="10445" extrusionOk="0">
                  <a:moveTo>
                    <a:pt x="3170" y="0"/>
                  </a:moveTo>
                  <a:lnTo>
                    <a:pt x="0" y="541"/>
                  </a:lnTo>
                  <a:lnTo>
                    <a:pt x="1683" y="2077"/>
                  </a:lnTo>
                  <a:lnTo>
                    <a:pt x="1167" y="9289"/>
                  </a:lnTo>
                  <a:lnTo>
                    <a:pt x="2986" y="8724"/>
                  </a:lnTo>
                  <a:lnTo>
                    <a:pt x="5591" y="10444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chemeClr val="bg1">
                <a:lumMod val="25000"/>
                <a:lumOff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2"/>
            <p:cNvSpPr/>
            <p:nvPr/>
          </p:nvSpPr>
          <p:spPr>
            <a:xfrm>
              <a:off x="8557522" y="939064"/>
              <a:ext cx="214465" cy="654926"/>
            </a:xfrm>
            <a:custGeom>
              <a:avLst/>
              <a:gdLst/>
              <a:ahLst/>
              <a:cxnLst/>
              <a:rect l="l" t="t" r="r" b="b"/>
              <a:pathLst>
                <a:path w="2029" h="6661" extrusionOk="0">
                  <a:moveTo>
                    <a:pt x="2028" y="0"/>
                  </a:moveTo>
                  <a:lnTo>
                    <a:pt x="210" y="553"/>
                  </a:lnTo>
                  <a:lnTo>
                    <a:pt x="1" y="6488"/>
                  </a:lnTo>
                  <a:lnTo>
                    <a:pt x="1070" y="6660"/>
                  </a:lnTo>
                  <a:lnTo>
                    <a:pt x="2028" y="0"/>
                  </a:ln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2"/>
            <p:cNvSpPr/>
            <p:nvPr/>
          </p:nvSpPr>
          <p:spPr>
            <a:xfrm>
              <a:off x="8549806" y="1518976"/>
              <a:ext cx="128637" cy="53192"/>
            </a:xfrm>
            <a:custGeom>
              <a:avLst/>
              <a:gdLst/>
              <a:ahLst/>
              <a:cxnLst/>
              <a:rect l="l" t="t" r="r" b="b"/>
              <a:pathLst>
                <a:path w="1217" h="541" extrusionOk="0">
                  <a:moveTo>
                    <a:pt x="86" y="0"/>
                  </a:moveTo>
                  <a:lnTo>
                    <a:pt x="0" y="541"/>
                  </a:lnTo>
                  <a:lnTo>
                    <a:pt x="1180" y="541"/>
                  </a:lnTo>
                  <a:lnTo>
                    <a:pt x="1217" y="1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2"/>
            <p:cNvSpPr/>
            <p:nvPr/>
          </p:nvSpPr>
          <p:spPr>
            <a:xfrm>
              <a:off x="8399078" y="1075537"/>
              <a:ext cx="615808" cy="897783"/>
            </a:xfrm>
            <a:custGeom>
              <a:avLst/>
              <a:gdLst/>
              <a:ahLst/>
              <a:cxnLst/>
              <a:rect l="l" t="t" r="r" b="b"/>
              <a:pathLst>
                <a:path w="5826" h="9131" extrusionOk="0">
                  <a:moveTo>
                    <a:pt x="1" y="1"/>
                  </a:moveTo>
                  <a:lnTo>
                    <a:pt x="1008" y="419"/>
                  </a:lnTo>
                  <a:lnTo>
                    <a:pt x="3749" y="9130"/>
                  </a:lnTo>
                  <a:lnTo>
                    <a:pt x="5825" y="8369"/>
                  </a:lnTo>
                  <a:lnTo>
                    <a:pt x="5297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2"/>
            <p:cNvSpPr/>
            <p:nvPr/>
          </p:nvSpPr>
          <p:spPr>
            <a:xfrm>
              <a:off x="8795242" y="1897128"/>
              <a:ext cx="436541" cy="1066897"/>
            </a:xfrm>
            <a:custGeom>
              <a:avLst/>
              <a:gdLst/>
              <a:ahLst/>
              <a:cxnLst/>
              <a:rect l="l" t="t" r="r" b="b"/>
              <a:pathLst>
                <a:path w="4130" h="10851" extrusionOk="0">
                  <a:moveTo>
                    <a:pt x="2077" y="0"/>
                  </a:moveTo>
                  <a:lnTo>
                    <a:pt x="1" y="774"/>
                  </a:lnTo>
                  <a:lnTo>
                    <a:pt x="2741" y="10727"/>
                  </a:lnTo>
                  <a:lnTo>
                    <a:pt x="4129" y="10850"/>
                  </a:lnTo>
                  <a:cubicBezTo>
                    <a:pt x="4129" y="10850"/>
                    <a:pt x="4043" y="4682"/>
                    <a:pt x="3404" y="3207"/>
                  </a:cubicBezTo>
                  <a:cubicBezTo>
                    <a:pt x="2753" y="1733"/>
                    <a:pt x="2077" y="0"/>
                    <a:pt x="2077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2"/>
            <p:cNvSpPr/>
            <p:nvPr/>
          </p:nvSpPr>
          <p:spPr>
            <a:xfrm>
              <a:off x="8184824" y="833957"/>
              <a:ext cx="749519" cy="1123630"/>
            </a:xfrm>
            <a:custGeom>
              <a:avLst/>
              <a:gdLst/>
              <a:ahLst/>
              <a:cxnLst/>
              <a:rect l="l" t="t" r="r" b="b"/>
              <a:pathLst>
                <a:path w="7091" h="11428" extrusionOk="0">
                  <a:moveTo>
                    <a:pt x="5862" y="0"/>
                  </a:moveTo>
                  <a:lnTo>
                    <a:pt x="1819" y="492"/>
                  </a:lnTo>
                  <a:lnTo>
                    <a:pt x="1647" y="2163"/>
                  </a:lnTo>
                  <a:lnTo>
                    <a:pt x="1635" y="2163"/>
                  </a:lnTo>
                  <a:lnTo>
                    <a:pt x="0" y="11145"/>
                  </a:lnTo>
                  <a:lnTo>
                    <a:pt x="2188" y="11428"/>
                  </a:lnTo>
                  <a:lnTo>
                    <a:pt x="6537" y="3908"/>
                  </a:lnTo>
                  <a:cubicBezTo>
                    <a:pt x="7090" y="2937"/>
                    <a:pt x="7041" y="1745"/>
                    <a:pt x="6427" y="836"/>
                  </a:cubicBezTo>
                  <a:lnTo>
                    <a:pt x="5862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8190003" y="1871761"/>
              <a:ext cx="388448" cy="1080171"/>
            </a:xfrm>
            <a:custGeom>
              <a:avLst/>
              <a:gdLst/>
              <a:ahLst/>
              <a:cxnLst/>
              <a:rect l="l" t="t" r="r" b="b"/>
              <a:pathLst>
                <a:path w="3675" h="10986" extrusionOk="0">
                  <a:moveTo>
                    <a:pt x="2139" y="0"/>
                  </a:moveTo>
                  <a:lnTo>
                    <a:pt x="1" y="578"/>
                  </a:lnTo>
                  <a:lnTo>
                    <a:pt x="1856" y="10727"/>
                  </a:lnTo>
                  <a:lnTo>
                    <a:pt x="3220" y="10985"/>
                  </a:lnTo>
                  <a:cubicBezTo>
                    <a:pt x="3220" y="10985"/>
                    <a:pt x="3675" y="4817"/>
                    <a:pt x="3171" y="3293"/>
                  </a:cubicBezTo>
                  <a:cubicBezTo>
                    <a:pt x="2667" y="1770"/>
                    <a:pt x="2139" y="0"/>
                    <a:pt x="2139" y="0"/>
                  </a:cubicBezTo>
                  <a:close/>
                </a:path>
              </a:pathLst>
            </a:custGeom>
            <a:solidFill>
              <a:srgbClr val="E84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8564076" y="685292"/>
              <a:ext cx="468991" cy="540184"/>
            </a:xfrm>
            <a:custGeom>
              <a:avLst/>
              <a:gdLst/>
              <a:ahLst/>
              <a:cxnLst/>
              <a:rect l="l" t="t" r="r" b="b"/>
              <a:pathLst>
                <a:path w="4437" h="5494" extrusionOk="0">
                  <a:moveTo>
                    <a:pt x="2728" y="1"/>
                  </a:moveTo>
                  <a:lnTo>
                    <a:pt x="0" y="2569"/>
                  </a:lnTo>
                  <a:lnTo>
                    <a:pt x="3760" y="5493"/>
                  </a:lnTo>
                  <a:lnTo>
                    <a:pt x="3920" y="5395"/>
                  </a:lnTo>
                  <a:cubicBezTo>
                    <a:pt x="4436" y="4854"/>
                    <a:pt x="3367" y="3024"/>
                    <a:pt x="2876" y="2458"/>
                  </a:cubicBezTo>
                  <a:lnTo>
                    <a:pt x="2728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8291369" y="-365786"/>
              <a:ext cx="311709" cy="374707"/>
            </a:xfrm>
            <a:custGeom>
              <a:avLst/>
              <a:gdLst/>
              <a:ahLst/>
              <a:cxnLst/>
              <a:rect l="l" t="t" r="r" b="b"/>
              <a:pathLst>
                <a:path w="2949" h="3811" extrusionOk="0">
                  <a:moveTo>
                    <a:pt x="1443" y="1"/>
                  </a:moveTo>
                  <a:cubicBezTo>
                    <a:pt x="1437" y="1"/>
                    <a:pt x="1431" y="1"/>
                    <a:pt x="1425" y="1"/>
                  </a:cubicBezTo>
                  <a:cubicBezTo>
                    <a:pt x="627" y="25"/>
                    <a:pt x="0" y="898"/>
                    <a:pt x="37" y="1942"/>
                  </a:cubicBezTo>
                  <a:cubicBezTo>
                    <a:pt x="61" y="2984"/>
                    <a:pt x="718" y="3810"/>
                    <a:pt x="1502" y="3810"/>
                  </a:cubicBezTo>
                  <a:cubicBezTo>
                    <a:pt x="1513" y="3810"/>
                    <a:pt x="1524" y="3810"/>
                    <a:pt x="1536" y="3810"/>
                  </a:cubicBezTo>
                  <a:cubicBezTo>
                    <a:pt x="2335" y="3785"/>
                    <a:pt x="2949" y="2913"/>
                    <a:pt x="2924" y="1869"/>
                  </a:cubicBezTo>
                  <a:cubicBezTo>
                    <a:pt x="2900" y="820"/>
                    <a:pt x="2234" y="1"/>
                    <a:pt x="1443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8395273" y="-86646"/>
              <a:ext cx="196179" cy="253770"/>
            </a:xfrm>
            <a:custGeom>
              <a:avLst/>
              <a:gdLst/>
              <a:ahLst/>
              <a:cxnLst/>
              <a:rect l="l" t="t" r="r" b="b"/>
              <a:pathLst>
                <a:path w="1856" h="2581" extrusionOk="0">
                  <a:moveTo>
                    <a:pt x="1106" y="0"/>
                  </a:moveTo>
                  <a:lnTo>
                    <a:pt x="0" y="369"/>
                  </a:lnTo>
                  <a:lnTo>
                    <a:pt x="750" y="2581"/>
                  </a:lnTo>
                  <a:lnTo>
                    <a:pt x="1855" y="2212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8252366" y="13644"/>
              <a:ext cx="472902" cy="804671"/>
            </a:xfrm>
            <a:custGeom>
              <a:avLst/>
              <a:gdLst/>
              <a:ahLst/>
              <a:cxnLst/>
              <a:rect l="l" t="t" r="r" b="b"/>
              <a:pathLst>
                <a:path w="4474" h="8184" extrusionOk="0">
                  <a:moveTo>
                    <a:pt x="3097" y="0"/>
                  </a:moveTo>
                  <a:lnTo>
                    <a:pt x="3048" y="49"/>
                  </a:lnTo>
                  <a:cubicBezTo>
                    <a:pt x="2792" y="254"/>
                    <a:pt x="2483" y="355"/>
                    <a:pt x="2172" y="355"/>
                  </a:cubicBezTo>
                  <a:cubicBezTo>
                    <a:pt x="1886" y="355"/>
                    <a:pt x="1599" y="269"/>
                    <a:pt x="1352" y="98"/>
                  </a:cubicBezTo>
                  <a:lnTo>
                    <a:pt x="861" y="688"/>
                  </a:lnTo>
                  <a:cubicBezTo>
                    <a:pt x="111" y="1327"/>
                    <a:pt x="0" y="2753"/>
                    <a:pt x="246" y="3723"/>
                  </a:cubicBezTo>
                  <a:lnTo>
                    <a:pt x="1241" y="8061"/>
                  </a:lnTo>
                  <a:lnTo>
                    <a:pt x="3564" y="8184"/>
                  </a:lnTo>
                  <a:lnTo>
                    <a:pt x="2065" y="3011"/>
                  </a:lnTo>
                  <a:lnTo>
                    <a:pt x="3085" y="3121"/>
                  </a:lnTo>
                  <a:lnTo>
                    <a:pt x="3085" y="3133"/>
                  </a:lnTo>
                  <a:lnTo>
                    <a:pt x="4473" y="897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chemeClr val="bg1">
                <a:lumMod val="25000"/>
                <a:lumOff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7953658" y="2909565"/>
              <a:ext cx="704068" cy="317188"/>
            </a:xfrm>
            <a:custGeom>
              <a:avLst/>
              <a:gdLst/>
              <a:ahLst/>
              <a:cxnLst/>
              <a:rect l="l" t="t" r="r" b="b"/>
              <a:pathLst>
                <a:path w="6661" h="3226" extrusionOk="0">
                  <a:moveTo>
                    <a:pt x="4031" y="0"/>
                  </a:moveTo>
                  <a:lnTo>
                    <a:pt x="2998" y="1143"/>
                  </a:lnTo>
                  <a:cubicBezTo>
                    <a:pt x="2839" y="1327"/>
                    <a:pt x="2630" y="1475"/>
                    <a:pt x="2396" y="1585"/>
                  </a:cubicBezTo>
                  <a:lnTo>
                    <a:pt x="0" y="2654"/>
                  </a:lnTo>
                  <a:lnTo>
                    <a:pt x="2765" y="3207"/>
                  </a:lnTo>
                  <a:cubicBezTo>
                    <a:pt x="2826" y="3220"/>
                    <a:pt x="2888" y="3226"/>
                    <a:pt x="2949" y="3226"/>
                  </a:cubicBezTo>
                  <a:cubicBezTo>
                    <a:pt x="3243" y="3226"/>
                    <a:pt x="3528" y="3083"/>
                    <a:pt x="3711" y="2839"/>
                  </a:cubicBezTo>
                  <a:lnTo>
                    <a:pt x="4620" y="1561"/>
                  </a:lnTo>
                  <a:lnTo>
                    <a:pt x="4940" y="2679"/>
                  </a:lnTo>
                  <a:lnTo>
                    <a:pt x="6660" y="2372"/>
                  </a:lnTo>
                  <a:lnTo>
                    <a:pt x="5566" y="86"/>
                  </a:lnTo>
                  <a:lnTo>
                    <a:pt x="5554" y="86"/>
                  </a:lnTo>
                  <a:lnTo>
                    <a:pt x="40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8712162" y="2947027"/>
              <a:ext cx="637794" cy="293001"/>
            </a:xfrm>
            <a:custGeom>
              <a:avLst/>
              <a:gdLst/>
              <a:ahLst/>
              <a:cxnLst/>
              <a:rect l="l" t="t" r="r" b="b"/>
              <a:pathLst>
                <a:path w="6034" h="2980" extrusionOk="0">
                  <a:moveTo>
                    <a:pt x="3527" y="0"/>
                  </a:moveTo>
                  <a:lnTo>
                    <a:pt x="2642" y="1081"/>
                  </a:lnTo>
                  <a:cubicBezTo>
                    <a:pt x="2507" y="1266"/>
                    <a:pt x="2322" y="1413"/>
                    <a:pt x="2126" y="1511"/>
                  </a:cubicBezTo>
                  <a:lnTo>
                    <a:pt x="0" y="2617"/>
                  </a:lnTo>
                  <a:lnTo>
                    <a:pt x="2544" y="2974"/>
                  </a:lnTo>
                  <a:cubicBezTo>
                    <a:pt x="2577" y="2977"/>
                    <a:pt x="2611" y="2979"/>
                    <a:pt x="2644" y="2979"/>
                  </a:cubicBezTo>
                  <a:cubicBezTo>
                    <a:pt x="2939" y="2979"/>
                    <a:pt x="3214" y="2834"/>
                    <a:pt x="3379" y="2580"/>
                  </a:cubicBezTo>
                  <a:lnTo>
                    <a:pt x="4141" y="1389"/>
                  </a:lnTo>
                  <a:lnTo>
                    <a:pt x="4485" y="2384"/>
                  </a:lnTo>
                  <a:lnTo>
                    <a:pt x="6033" y="2003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8147195" y="2875742"/>
              <a:ext cx="201359" cy="170393"/>
            </a:xfrm>
            <a:custGeom>
              <a:avLst/>
              <a:gdLst/>
              <a:ahLst/>
              <a:cxnLst/>
              <a:rect l="l" t="t" r="r" b="b"/>
              <a:pathLst>
                <a:path w="1905" h="1733" fill="none" extrusionOk="0">
                  <a:moveTo>
                    <a:pt x="1757" y="1032"/>
                  </a:moveTo>
                  <a:cubicBezTo>
                    <a:pt x="1450" y="885"/>
                    <a:pt x="1180" y="676"/>
                    <a:pt x="934" y="430"/>
                  </a:cubicBezTo>
                  <a:cubicBezTo>
                    <a:pt x="836" y="332"/>
                    <a:pt x="959" y="160"/>
                    <a:pt x="1094" y="209"/>
                  </a:cubicBezTo>
                  <a:cubicBezTo>
                    <a:pt x="1180" y="246"/>
                    <a:pt x="1253" y="307"/>
                    <a:pt x="1315" y="369"/>
                  </a:cubicBezTo>
                  <a:cubicBezTo>
                    <a:pt x="1475" y="516"/>
                    <a:pt x="1561" y="725"/>
                    <a:pt x="1647" y="922"/>
                  </a:cubicBezTo>
                  <a:cubicBezTo>
                    <a:pt x="1487" y="713"/>
                    <a:pt x="1376" y="479"/>
                    <a:pt x="1315" y="234"/>
                  </a:cubicBezTo>
                  <a:cubicBezTo>
                    <a:pt x="1303" y="172"/>
                    <a:pt x="1290" y="86"/>
                    <a:pt x="1339" y="37"/>
                  </a:cubicBezTo>
                  <a:cubicBezTo>
                    <a:pt x="1376" y="0"/>
                    <a:pt x="1450" y="0"/>
                    <a:pt x="1499" y="25"/>
                  </a:cubicBezTo>
                  <a:cubicBezTo>
                    <a:pt x="1548" y="49"/>
                    <a:pt x="1597" y="98"/>
                    <a:pt x="1622" y="148"/>
                  </a:cubicBezTo>
                  <a:cubicBezTo>
                    <a:pt x="1806" y="430"/>
                    <a:pt x="1905" y="774"/>
                    <a:pt x="1868" y="1118"/>
                  </a:cubicBezTo>
                  <a:cubicBezTo>
                    <a:pt x="1856" y="1241"/>
                    <a:pt x="1819" y="1389"/>
                    <a:pt x="1708" y="1438"/>
                  </a:cubicBezTo>
                  <a:cubicBezTo>
                    <a:pt x="1573" y="1511"/>
                    <a:pt x="1413" y="1425"/>
                    <a:pt x="1266" y="1376"/>
                  </a:cubicBezTo>
                  <a:cubicBezTo>
                    <a:pt x="983" y="1290"/>
                    <a:pt x="664" y="1352"/>
                    <a:pt x="442" y="1548"/>
                  </a:cubicBezTo>
                  <a:cubicBezTo>
                    <a:pt x="369" y="1610"/>
                    <a:pt x="307" y="1683"/>
                    <a:pt x="221" y="1708"/>
                  </a:cubicBezTo>
                  <a:cubicBezTo>
                    <a:pt x="135" y="1733"/>
                    <a:pt x="12" y="1683"/>
                    <a:pt x="0" y="1597"/>
                  </a:cubicBezTo>
                </a:path>
              </a:pathLst>
            </a:custGeom>
            <a:noFill/>
            <a:ln w="1850" cap="flat" cmpd="sng">
              <a:solidFill>
                <a:srgbClr val="07030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8266107" y="-417603"/>
              <a:ext cx="288984" cy="224667"/>
            </a:xfrm>
            <a:custGeom>
              <a:avLst/>
              <a:gdLst/>
              <a:ahLst/>
              <a:cxnLst/>
              <a:rect l="l" t="t" r="r" b="b"/>
              <a:pathLst>
                <a:path w="2734" h="2285" extrusionOk="0">
                  <a:moveTo>
                    <a:pt x="1958" y="1"/>
                  </a:moveTo>
                  <a:cubicBezTo>
                    <a:pt x="1145" y="1"/>
                    <a:pt x="0" y="340"/>
                    <a:pt x="128" y="2285"/>
                  </a:cubicBezTo>
                  <a:lnTo>
                    <a:pt x="2684" y="2101"/>
                  </a:lnTo>
                  <a:lnTo>
                    <a:pt x="2733" y="98"/>
                  </a:lnTo>
                  <a:cubicBezTo>
                    <a:pt x="2733" y="98"/>
                    <a:pt x="2393" y="1"/>
                    <a:pt x="1958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8938148" y="2907107"/>
              <a:ext cx="193537" cy="151122"/>
            </a:xfrm>
            <a:custGeom>
              <a:avLst/>
              <a:gdLst/>
              <a:ahLst/>
              <a:cxnLst/>
              <a:rect l="l" t="t" r="r" b="b"/>
              <a:pathLst>
                <a:path w="1831" h="1537" fill="none" extrusionOk="0">
                  <a:moveTo>
                    <a:pt x="1364" y="898"/>
                  </a:moveTo>
                  <a:cubicBezTo>
                    <a:pt x="1253" y="578"/>
                    <a:pt x="1008" y="308"/>
                    <a:pt x="713" y="148"/>
                  </a:cubicBezTo>
                  <a:lnTo>
                    <a:pt x="713" y="148"/>
                  </a:lnTo>
                  <a:cubicBezTo>
                    <a:pt x="479" y="25"/>
                    <a:pt x="221" y="308"/>
                    <a:pt x="393" y="517"/>
                  </a:cubicBezTo>
                  <a:cubicBezTo>
                    <a:pt x="541" y="701"/>
                    <a:pt x="750" y="848"/>
                    <a:pt x="983" y="898"/>
                  </a:cubicBezTo>
                  <a:cubicBezTo>
                    <a:pt x="1118" y="836"/>
                    <a:pt x="1192" y="689"/>
                    <a:pt x="1241" y="541"/>
                  </a:cubicBezTo>
                  <a:cubicBezTo>
                    <a:pt x="1290" y="406"/>
                    <a:pt x="1339" y="246"/>
                    <a:pt x="1450" y="148"/>
                  </a:cubicBezTo>
                  <a:lnTo>
                    <a:pt x="1450" y="136"/>
                  </a:lnTo>
                  <a:cubicBezTo>
                    <a:pt x="1598" y="1"/>
                    <a:pt x="1831" y="209"/>
                    <a:pt x="1708" y="381"/>
                  </a:cubicBezTo>
                  <a:cubicBezTo>
                    <a:pt x="1475" y="725"/>
                    <a:pt x="1081" y="959"/>
                    <a:pt x="676" y="1020"/>
                  </a:cubicBezTo>
                  <a:cubicBezTo>
                    <a:pt x="541" y="1033"/>
                    <a:pt x="406" y="1033"/>
                    <a:pt x="295" y="1094"/>
                  </a:cubicBezTo>
                  <a:cubicBezTo>
                    <a:pt x="135" y="1192"/>
                    <a:pt x="62" y="1364"/>
                    <a:pt x="0" y="1536"/>
                  </a:cubicBezTo>
                </a:path>
              </a:pathLst>
            </a:custGeom>
            <a:noFill/>
            <a:ln w="185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8443261" y="-412195"/>
              <a:ext cx="258542" cy="359467"/>
            </a:xfrm>
            <a:custGeom>
              <a:avLst/>
              <a:gdLst/>
              <a:ahLst/>
              <a:cxnLst/>
              <a:rect l="l" t="t" r="r" b="b"/>
              <a:pathLst>
                <a:path w="2446" h="3656" extrusionOk="0">
                  <a:moveTo>
                    <a:pt x="540" y="0"/>
                  </a:moveTo>
                  <a:cubicBezTo>
                    <a:pt x="356" y="0"/>
                    <a:pt x="174" y="33"/>
                    <a:pt x="1" y="104"/>
                  </a:cubicBezTo>
                  <a:lnTo>
                    <a:pt x="382" y="1788"/>
                  </a:lnTo>
                  <a:cubicBezTo>
                    <a:pt x="603" y="1997"/>
                    <a:pt x="578" y="2353"/>
                    <a:pt x="529" y="2660"/>
                  </a:cubicBezTo>
                  <a:cubicBezTo>
                    <a:pt x="480" y="2955"/>
                    <a:pt x="455" y="3311"/>
                    <a:pt x="676" y="3520"/>
                  </a:cubicBezTo>
                  <a:cubicBezTo>
                    <a:pt x="775" y="3611"/>
                    <a:pt x="912" y="3656"/>
                    <a:pt x="1051" y="3656"/>
                  </a:cubicBezTo>
                  <a:cubicBezTo>
                    <a:pt x="1137" y="3656"/>
                    <a:pt x="1224" y="3639"/>
                    <a:pt x="1303" y="3606"/>
                  </a:cubicBezTo>
                  <a:cubicBezTo>
                    <a:pt x="1512" y="3532"/>
                    <a:pt x="1684" y="3373"/>
                    <a:pt x="1819" y="3188"/>
                  </a:cubicBezTo>
                  <a:cubicBezTo>
                    <a:pt x="2311" y="2549"/>
                    <a:pt x="2446" y="1628"/>
                    <a:pt x="2065" y="915"/>
                  </a:cubicBezTo>
                  <a:cubicBezTo>
                    <a:pt x="1772" y="367"/>
                    <a:pt x="1152" y="0"/>
                    <a:pt x="540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8099101" y="807311"/>
              <a:ext cx="388448" cy="577645"/>
            </a:xfrm>
            <a:custGeom>
              <a:avLst/>
              <a:gdLst/>
              <a:ahLst/>
              <a:cxnLst/>
              <a:rect l="l" t="t" r="r" b="b"/>
              <a:pathLst>
                <a:path w="3675" h="5875" extrusionOk="0">
                  <a:moveTo>
                    <a:pt x="1696" y="1"/>
                  </a:moveTo>
                  <a:lnTo>
                    <a:pt x="0" y="5801"/>
                  </a:lnTo>
                  <a:lnTo>
                    <a:pt x="713" y="5874"/>
                  </a:lnTo>
                  <a:lnTo>
                    <a:pt x="3674" y="185"/>
                  </a:lnTo>
                  <a:lnTo>
                    <a:pt x="1696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8119924" y="1156458"/>
              <a:ext cx="1270303" cy="1284387"/>
            </a:xfrm>
            <a:custGeom>
              <a:avLst/>
              <a:gdLst/>
              <a:ahLst/>
              <a:cxnLst/>
              <a:rect l="l" t="t" r="r" b="b"/>
              <a:pathLst>
                <a:path w="12018" h="13063" extrusionOk="0">
                  <a:moveTo>
                    <a:pt x="7729" y="0"/>
                  </a:moveTo>
                  <a:cubicBezTo>
                    <a:pt x="7729" y="0"/>
                    <a:pt x="7729" y="0"/>
                    <a:pt x="7729" y="1"/>
                  </a:cubicBezTo>
                  <a:cubicBezTo>
                    <a:pt x="7729" y="112"/>
                    <a:pt x="1597" y="1328"/>
                    <a:pt x="1597" y="1328"/>
                  </a:cubicBezTo>
                  <a:lnTo>
                    <a:pt x="0" y="13063"/>
                  </a:lnTo>
                  <a:lnTo>
                    <a:pt x="12017" y="12018"/>
                  </a:lnTo>
                  <a:cubicBezTo>
                    <a:pt x="12017" y="12018"/>
                    <a:pt x="7772" y="0"/>
                    <a:pt x="772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7977017" y="1512880"/>
              <a:ext cx="39109" cy="147484"/>
            </a:xfrm>
            <a:custGeom>
              <a:avLst/>
              <a:gdLst/>
              <a:ahLst/>
              <a:cxnLst/>
              <a:rect l="l" t="t" r="r" b="b"/>
              <a:pathLst>
                <a:path w="370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69" y="1500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8209452" y="1512880"/>
              <a:ext cx="39109" cy="147484"/>
            </a:xfrm>
            <a:custGeom>
              <a:avLst/>
              <a:gdLst/>
              <a:ahLst/>
              <a:cxnLst/>
              <a:rect l="l" t="t" r="r" b="b"/>
              <a:pathLst>
                <a:path w="370" h="1500" extrusionOk="0">
                  <a:moveTo>
                    <a:pt x="1" y="1"/>
                  </a:moveTo>
                  <a:lnTo>
                    <a:pt x="1" y="1500"/>
                  </a:lnTo>
                  <a:lnTo>
                    <a:pt x="370" y="1500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7765300" y="3040041"/>
              <a:ext cx="106651" cy="196940"/>
            </a:xfrm>
            <a:custGeom>
              <a:avLst/>
              <a:gdLst/>
              <a:ahLst/>
              <a:cxnLst/>
              <a:rect l="l" t="t" r="r" b="b"/>
              <a:pathLst>
                <a:path w="1009" h="2003" extrusionOk="0">
                  <a:moveTo>
                    <a:pt x="431" y="0"/>
                  </a:moveTo>
                  <a:cubicBezTo>
                    <a:pt x="197" y="0"/>
                    <a:pt x="1" y="184"/>
                    <a:pt x="1" y="430"/>
                  </a:cubicBezTo>
                  <a:lnTo>
                    <a:pt x="1" y="1573"/>
                  </a:lnTo>
                  <a:cubicBezTo>
                    <a:pt x="1" y="1806"/>
                    <a:pt x="197" y="2003"/>
                    <a:pt x="431" y="2003"/>
                  </a:cubicBezTo>
                  <a:lnTo>
                    <a:pt x="578" y="2003"/>
                  </a:lnTo>
                  <a:cubicBezTo>
                    <a:pt x="812" y="2003"/>
                    <a:pt x="1008" y="1806"/>
                    <a:pt x="1008" y="1573"/>
                  </a:cubicBezTo>
                  <a:lnTo>
                    <a:pt x="1008" y="430"/>
                  </a:lnTo>
                  <a:cubicBezTo>
                    <a:pt x="1008" y="184"/>
                    <a:pt x="812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8355001" y="3040041"/>
              <a:ext cx="105277" cy="196940"/>
            </a:xfrm>
            <a:custGeom>
              <a:avLst/>
              <a:gdLst/>
              <a:ahLst/>
              <a:cxnLst/>
              <a:rect l="l" t="t" r="r" b="b"/>
              <a:pathLst>
                <a:path w="996" h="2003" extrusionOk="0">
                  <a:moveTo>
                    <a:pt x="418" y="0"/>
                  </a:moveTo>
                  <a:cubicBezTo>
                    <a:pt x="184" y="0"/>
                    <a:pt x="0" y="184"/>
                    <a:pt x="0" y="430"/>
                  </a:cubicBezTo>
                  <a:lnTo>
                    <a:pt x="0" y="1573"/>
                  </a:lnTo>
                  <a:cubicBezTo>
                    <a:pt x="0" y="1806"/>
                    <a:pt x="184" y="2003"/>
                    <a:pt x="418" y="2003"/>
                  </a:cubicBezTo>
                  <a:lnTo>
                    <a:pt x="565" y="2003"/>
                  </a:lnTo>
                  <a:cubicBezTo>
                    <a:pt x="811" y="2003"/>
                    <a:pt x="995" y="1806"/>
                    <a:pt x="995" y="1573"/>
                  </a:cubicBezTo>
                  <a:lnTo>
                    <a:pt x="995" y="430"/>
                  </a:lnTo>
                  <a:cubicBezTo>
                    <a:pt x="995" y="184"/>
                    <a:pt x="811" y="0"/>
                    <a:pt x="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7547135" y="1620446"/>
              <a:ext cx="1131307" cy="1498140"/>
            </a:xfrm>
            <a:custGeom>
              <a:avLst/>
              <a:gdLst/>
              <a:ahLst/>
              <a:cxnLst/>
              <a:rect l="l" t="t" r="r" b="b"/>
              <a:pathLst>
                <a:path w="10703" h="15237" extrusionOk="0">
                  <a:moveTo>
                    <a:pt x="0" y="0"/>
                  </a:moveTo>
                  <a:lnTo>
                    <a:pt x="0" y="15237"/>
                  </a:lnTo>
                  <a:lnTo>
                    <a:pt x="10703" y="15237"/>
                  </a:lnTo>
                  <a:lnTo>
                    <a:pt x="10703" y="0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7814662" y="1868123"/>
              <a:ext cx="28645" cy="1045070"/>
            </a:xfrm>
            <a:custGeom>
              <a:avLst/>
              <a:gdLst/>
              <a:ahLst/>
              <a:cxnLst/>
              <a:rect l="l" t="t" r="r" b="b"/>
              <a:pathLst>
                <a:path w="271" h="10629" extrusionOk="0">
                  <a:moveTo>
                    <a:pt x="111" y="0"/>
                  </a:moveTo>
                  <a:cubicBezTo>
                    <a:pt x="50" y="0"/>
                    <a:pt x="1" y="62"/>
                    <a:pt x="1" y="123"/>
                  </a:cubicBezTo>
                  <a:lnTo>
                    <a:pt x="1" y="10518"/>
                  </a:lnTo>
                  <a:cubicBezTo>
                    <a:pt x="1" y="10580"/>
                    <a:pt x="50" y="10629"/>
                    <a:pt x="111" y="10629"/>
                  </a:cubicBezTo>
                  <a:lnTo>
                    <a:pt x="160" y="10629"/>
                  </a:lnTo>
                  <a:cubicBezTo>
                    <a:pt x="222" y="10629"/>
                    <a:pt x="271" y="10580"/>
                    <a:pt x="271" y="10518"/>
                  </a:cubicBezTo>
                  <a:lnTo>
                    <a:pt x="271" y="123"/>
                  </a:lnTo>
                  <a:cubicBezTo>
                    <a:pt x="271" y="62"/>
                    <a:pt x="222" y="0"/>
                    <a:pt x="16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8097833" y="1868123"/>
              <a:ext cx="29913" cy="1045070"/>
            </a:xfrm>
            <a:custGeom>
              <a:avLst/>
              <a:gdLst/>
              <a:ahLst/>
              <a:cxnLst/>
              <a:rect l="l" t="t" r="r" b="b"/>
              <a:pathLst>
                <a:path w="283" h="10629" extrusionOk="0">
                  <a:moveTo>
                    <a:pt x="123" y="0"/>
                  </a:moveTo>
                  <a:cubicBezTo>
                    <a:pt x="62" y="0"/>
                    <a:pt x="0" y="62"/>
                    <a:pt x="0" y="123"/>
                  </a:cubicBezTo>
                  <a:lnTo>
                    <a:pt x="0" y="10518"/>
                  </a:lnTo>
                  <a:cubicBezTo>
                    <a:pt x="0" y="10580"/>
                    <a:pt x="62" y="10629"/>
                    <a:pt x="123" y="10629"/>
                  </a:cubicBezTo>
                  <a:lnTo>
                    <a:pt x="160" y="10629"/>
                  </a:lnTo>
                  <a:cubicBezTo>
                    <a:pt x="234" y="10629"/>
                    <a:pt x="283" y="10580"/>
                    <a:pt x="283" y="10518"/>
                  </a:cubicBezTo>
                  <a:lnTo>
                    <a:pt x="283" y="123"/>
                  </a:lnTo>
                  <a:cubicBezTo>
                    <a:pt x="283" y="62"/>
                    <a:pt x="234" y="0"/>
                    <a:pt x="16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8382272" y="1868123"/>
              <a:ext cx="29913" cy="1045070"/>
            </a:xfrm>
            <a:custGeom>
              <a:avLst/>
              <a:gdLst/>
              <a:ahLst/>
              <a:cxnLst/>
              <a:rect l="l" t="t" r="r" b="b"/>
              <a:pathLst>
                <a:path w="283" h="10629" extrusionOk="0">
                  <a:moveTo>
                    <a:pt x="123" y="0"/>
                  </a:moveTo>
                  <a:cubicBezTo>
                    <a:pt x="49" y="0"/>
                    <a:pt x="0" y="62"/>
                    <a:pt x="0" y="123"/>
                  </a:cubicBezTo>
                  <a:lnTo>
                    <a:pt x="0" y="10518"/>
                  </a:lnTo>
                  <a:cubicBezTo>
                    <a:pt x="0" y="10580"/>
                    <a:pt x="49" y="10629"/>
                    <a:pt x="123" y="10629"/>
                  </a:cubicBezTo>
                  <a:lnTo>
                    <a:pt x="160" y="10629"/>
                  </a:lnTo>
                  <a:cubicBezTo>
                    <a:pt x="221" y="10629"/>
                    <a:pt x="283" y="10580"/>
                    <a:pt x="283" y="10518"/>
                  </a:cubicBezTo>
                  <a:lnTo>
                    <a:pt x="283" y="123"/>
                  </a:lnTo>
                  <a:cubicBezTo>
                    <a:pt x="283" y="62"/>
                    <a:pt x="221" y="0"/>
                    <a:pt x="160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7914654" y="1482695"/>
              <a:ext cx="396269" cy="33921"/>
            </a:xfrm>
            <a:custGeom>
              <a:avLst/>
              <a:gdLst/>
              <a:ahLst/>
              <a:cxnLst/>
              <a:rect l="l" t="t" r="r" b="b"/>
              <a:pathLst>
                <a:path w="3749" h="345" extrusionOk="0">
                  <a:moveTo>
                    <a:pt x="1" y="1"/>
                  </a:moveTo>
                  <a:lnTo>
                    <a:pt x="1" y="345"/>
                  </a:lnTo>
                  <a:lnTo>
                    <a:pt x="3748" y="345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8032827" y="1335308"/>
              <a:ext cx="148191" cy="193105"/>
            </a:xfrm>
            <a:custGeom>
              <a:avLst/>
              <a:gdLst/>
              <a:ahLst/>
              <a:cxnLst/>
              <a:rect l="l" t="t" r="r" b="b"/>
              <a:pathLst>
                <a:path w="1402" h="1964" extrusionOk="0">
                  <a:moveTo>
                    <a:pt x="1018" y="0"/>
                  </a:moveTo>
                  <a:cubicBezTo>
                    <a:pt x="768" y="0"/>
                    <a:pt x="446" y="319"/>
                    <a:pt x="234" y="775"/>
                  </a:cubicBezTo>
                  <a:cubicBezTo>
                    <a:pt x="1" y="1303"/>
                    <a:pt x="13" y="1831"/>
                    <a:pt x="271" y="1942"/>
                  </a:cubicBezTo>
                  <a:cubicBezTo>
                    <a:pt x="303" y="1956"/>
                    <a:pt x="338" y="1963"/>
                    <a:pt x="374" y="1963"/>
                  </a:cubicBezTo>
                  <a:cubicBezTo>
                    <a:pt x="619" y="1963"/>
                    <a:pt x="953" y="1652"/>
                    <a:pt x="1156" y="1192"/>
                  </a:cubicBezTo>
                  <a:cubicBezTo>
                    <a:pt x="1402" y="652"/>
                    <a:pt x="1377" y="136"/>
                    <a:pt x="1131" y="25"/>
                  </a:cubicBezTo>
                  <a:cubicBezTo>
                    <a:pt x="1096" y="8"/>
                    <a:pt x="1058" y="0"/>
                    <a:pt x="1018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8267904" y="191216"/>
              <a:ext cx="757340" cy="1089807"/>
            </a:xfrm>
            <a:custGeom>
              <a:avLst/>
              <a:gdLst/>
              <a:ahLst/>
              <a:cxnLst/>
              <a:rect l="l" t="t" r="r" b="b"/>
              <a:pathLst>
                <a:path w="7165" h="11084" extrusionOk="0">
                  <a:moveTo>
                    <a:pt x="4375" y="0"/>
                  </a:moveTo>
                  <a:lnTo>
                    <a:pt x="1" y="799"/>
                  </a:lnTo>
                  <a:lnTo>
                    <a:pt x="50" y="11084"/>
                  </a:lnTo>
                  <a:lnTo>
                    <a:pt x="7164" y="10654"/>
                  </a:lnTo>
                  <a:lnTo>
                    <a:pt x="4375" y="0"/>
                  </a:lnTo>
                  <a:close/>
                </a:path>
              </a:pathLst>
            </a:custGeom>
            <a:solidFill>
              <a:schemeClr val="bg1">
                <a:lumMod val="25000"/>
                <a:lumOff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8447171" y="-263038"/>
              <a:ext cx="311815" cy="376968"/>
            </a:xfrm>
            <a:custGeom>
              <a:avLst/>
              <a:gdLst/>
              <a:ahLst/>
              <a:cxnLst/>
              <a:rect l="l" t="t" r="r" b="b"/>
              <a:pathLst>
                <a:path w="2950" h="3834" extrusionOk="0">
                  <a:moveTo>
                    <a:pt x="2274" y="0"/>
                  </a:moveTo>
                  <a:lnTo>
                    <a:pt x="713" y="381"/>
                  </a:lnTo>
                  <a:lnTo>
                    <a:pt x="480" y="996"/>
                  </a:lnTo>
                  <a:cubicBezTo>
                    <a:pt x="480" y="996"/>
                    <a:pt x="1" y="3834"/>
                    <a:pt x="37" y="3834"/>
                  </a:cubicBezTo>
                  <a:cubicBezTo>
                    <a:pt x="87" y="3834"/>
                    <a:pt x="2949" y="3736"/>
                    <a:pt x="2949" y="3736"/>
                  </a:cubicBezTo>
                  <a:lnTo>
                    <a:pt x="2274" y="0"/>
                  </a:ln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8434170" y="-235311"/>
              <a:ext cx="84560" cy="77478"/>
            </a:xfrm>
            <a:custGeom>
              <a:avLst/>
              <a:gdLst/>
              <a:ahLst/>
              <a:cxnLst/>
              <a:rect l="l" t="t" r="r" b="b"/>
              <a:pathLst>
                <a:path w="800" h="788" extrusionOk="0">
                  <a:moveTo>
                    <a:pt x="394" y="1"/>
                  </a:moveTo>
                  <a:cubicBezTo>
                    <a:pt x="185" y="1"/>
                    <a:pt x="1" y="173"/>
                    <a:pt x="1" y="394"/>
                  </a:cubicBezTo>
                  <a:cubicBezTo>
                    <a:pt x="1" y="603"/>
                    <a:pt x="185" y="787"/>
                    <a:pt x="394" y="787"/>
                  </a:cubicBezTo>
                  <a:cubicBezTo>
                    <a:pt x="615" y="787"/>
                    <a:pt x="799" y="603"/>
                    <a:pt x="799" y="394"/>
                  </a:cubicBezTo>
                  <a:cubicBezTo>
                    <a:pt x="799" y="173"/>
                    <a:pt x="615" y="1"/>
                    <a:pt x="394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8257545" y="-426157"/>
              <a:ext cx="453347" cy="131752"/>
            </a:xfrm>
            <a:custGeom>
              <a:avLst/>
              <a:gdLst/>
              <a:ahLst/>
              <a:cxnLst/>
              <a:rect l="l" t="t" r="r" b="b"/>
              <a:pathLst>
                <a:path w="4289" h="1340" extrusionOk="0">
                  <a:moveTo>
                    <a:pt x="369" y="0"/>
                  </a:moveTo>
                  <a:lnTo>
                    <a:pt x="1" y="1340"/>
                  </a:lnTo>
                  <a:lnTo>
                    <a:pt x="4289" y="1340"/>
                  </a:lnTo>
                  <a:lnTo>
                    <a:pt x="39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8130282" y="-294502"/>
              <a:ext cx="702694" cy="52111"/>
            </a:xfrm>
            <a:custGeom>
              <a:avLst/>
              <a:gdLst/>
              <a:ahLst/>
              <a:cxnLst/>
              <a:rect l="l" t="t" r="r" b="b"/>
              <a:pathLst>
                <a:path w="6648" h="530" extrusionOk="0">
                  <a:moveTo>
                    <a:pt x="1205" y="1"/>
                  </a:moveTo>
                  <a:lnTo>
                    <a:pt x="0" y="505"/>
                  </a:lnTo>
                  <a:lnTo>
                    <a:pt x="6648" y="529"/>
                  </a:lnTo>
                  <a:lnTo>
                    <a:pt x="6648" y="529"/>
                  </a:lnTo>
                  <a:lnTo>
                    <a:pt x="5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8257545" y="-330685"/>
              <a:ext cx="453347" cy="36281"/>
            </a:xfrm>
            <a:custGeom>
              <a:avLst/>
              <a:gdLst/>
              <a:ahLst/>
              <a:cxnLst/>
              <a:rect l="l" t="t" r="r" b="b"/>
              <a:pathLst>
                <a:path w="4289" h="369" extrusionOk="0">
                  <a:moveTo>
                    <a:pt x="62" y="0"/>
                  </a:moveTo>
                  <a:lnTo>
                    <a:pt x="1" y="369"/>
                  </a:lnTo>
                  <a:lnTo>
                    <a:pt x="4289" y="369"/>
                  </a:lnTo>
                  <a:lnTo>
                    <a:pt x="4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8095190" y="628559"/>
              <a:ext cx="428719" cy="749119"/>
            </a:xfrm>
            <a:custGeom>
              <a:avLst/>
              <a:gdLst/>
              <a:ahLst/>
              <a:cxnLst/>
              <a:rect l="l" t="t" r="r" b="b"/>
              <a:pathLst>
                <a:path w="4056" h="7619" extrusionOk="0">
                  <a:moveTo>
                    <a:pt x="1647" y="0"/>
                  </a:moveTo>
                  <a:cubicBezTo>
                    <a:pt x="1623" y="13"/>
                    <a:pt x="1" y="7275"/>
                    <a:pt x="1" y="7275"/>
                  </a:cubicBezTo>
                  <a:lnTo>
                    <a:pt x="885" y="7619"/>
                  </a:lnTo>
                  <a:lnTo>
                    <a:pt x="4055" y="1942"/>
                  </a:lnTo>
                  <a:cubicBezTo>
                    <a:pt x="4055" y="1942"/>
                    <a:pt x="1684" y="0"/>
                    <a:pt x="1647" y="0"/>
                  </a:cubicBezTo>
                  <a:close/>
                </a:path>
              </a:pathLst>
            </a:custGeom>
            <a:solidFill>
              <a:schemeClr val="bg1">
                <a:lumMod val="25000"/>
                <a:lumOff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8266636" y="377244"/>
              <a:ext cx="243004" cy="839772"/>
            </a:xfrm>
            <a:custGeom>
              <a:avLst/>
              <a:gdLst/>
              <a:ahLst/>
              <a:cxnLst/>
              <a:rect l="l" t="t" r="r" b="b"/>
              <a:pathLst>
                <a:path w="2299" h="8541" fill="none" extrusionOk="0">
                  <a:moveTo>
                    <a:pt x="1" y="8540"/>
                  </a:moveTo>
                  <a:cubicBezTo>
                    <a:pt x="160" y="8356"/>
                    <a:pt x="2298" y="2925"/>
                    <a:pt x="2298" y="2925"/>
                  </a:cubicBezTo>
                  <a:lnTo>
                    <a:pt x="1795" y="1"/>
                  </a:lnTo>
                </a:path>
              </a:pathLst>
            </a:custGeom>
            <a:noFill/>
            <a:ln w="400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3"/>
          <p:cNvSpPr txBox="1">
            <a:spLocks noGrp="1"/>
          </p:cNvSpPr>
          <p:nvPr>
            <p:ph type="subTitle" idx="4"/>
          </p:nvPr>
        </p:nvSpPr>
        <p:spPr>
          <a:xfrm>
            <a:off x="5656170" y="2146475"/>
            <a:ext cx="27654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Авиабилет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07" name="Google Shape;1107;p33"/>
          <p:cNvSpPr txBox="1">
            <a:spLocks noGrp="1"/>
          </p:cNvSpPr>
          <p:nvPr>
            <p:ph type="title"/>
          </p:nvPr>
        </p:nvSpPr>
        <p:spPr>
          <a:xfrm>
            <a:off x="730050" y="170279"/>
            <a:ext cx="5691872" cy="1119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Описание предметной области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10" name="Google Shape;1110;p33"/>
          <p:cNvSpPr txBox="1">
            <a:spLocks noGrp="1"/>
          </p:cNvSpPr>
          <p:nvPr>
            <p:ph type="subTitle" idx="3"/>
          </p:nvPr>
        </p:nvSpPr>
        <p:spPr>
          <a:xfrm>
            <a:off x="737757" y="2146475"/>
            <a:ext cx="2765400" cy="5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Аэропорт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1145" name="Google Shape;1145;p33"/>
          <p:cNvGrpSpPr/>
          <p:nvPr/>
        </p:nvGrpSpPr>
        <p:grpSpPr>
          <a:xfrm flipH="1">
            <a:off x="6894331" y="358731"/>
            <a:ext cx="1687585" cy="640010"/>
            <a:chOff x="3682500" y="238150"/>
            <a:chExt cx="3697600" cy="1402300"/>
          </a:xfrm>
        </p:grpSpPr>
        <p:sp>
          <p:nvSpPr>
            <p:cNvPr id="1146" name="Google Shape;1146;p33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5" name="Google Shape;1195;p33"/>
          <p:cNvGrpSpPr/>
          <p:nvPr/>
        </p:nvGrpSpPr>
        <p:grpSpPr>
          <a:xfrm>
            <a:off x="4062351" y="2178724"/>
            <a:ext cx="1034619" cy="2799619"/>
            <a:chOff x="9418661" y="72933"/>
            <a:chExt cx="1191134" cy="3223139"/>
          </a:xfrm>
        </p:grpSpPr>
        <p:sp>
          <p:nvSpPr>
            <p:cNvPr id="1196" name="Google Shape;1196;p33"/>
            <p:cNvSpPr/>
            <p:nvPr/>
          </p:nvSpPr>
          <p:spPr>
            <a:xfrm>
              <a:off x="10335610" y="2843885"/>
              <a:ext cx="197553" cy="227617"/>
            </a:xfrm>
            <a:custGeom>
              <a:avLst/>
              <a:gdLst/>
              <a:ahLst/>
              <a:cxnLst/>
              <a:rect l="l" t="t" r="r" b="b"/>
              <a:pathLst>
                <a:path w="1869" h="2315" extrusionOk="0">
                  <a:moveTo>
                    <a:pt x="790" y="1"/>
                  </a:moveTo>
                  <a:cubicBezTo>
                    <a:pt x="699" y="1"/>
                    <a:pt x="0" y="422"/>
                    <a:pt x="0" y="422"/>
                  </a:cubicBezTo>
                  <a:cubicBezTo>
                    <a:pt x="0" y="422"/>
                    <a:pt x="222" y="2143"/>
                    <a:pt x="234" y="2265"/>
                  </a:cubicBezTo>
                  <a:lnTo>
                    <a:pt x="1868" y="2315"/>
                  </a:lnTo>
                  <a:cubicBezTo>
                    <a:pt x="1868" y="2315"/>
                    <a:pt x="824" y="66"/>
                    <a:pt x="799" y="5"/>
                  </a:cubicBezTo>
                  <a:cubicBezTo>
                    <a:pt x="798" y="2"/>
                    <a:pt x="795" y="1"/>
                    <a:pt x="790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9709548" y="2852538"/>
              <a:ext cx="165103" cy="196055"/>
            </a:xfrm>
            <a:custGeom>
              <a:avLst/>
              <a:gdLst/>
              <a:ahLst/>
              <a:cxnLst/>
              <a:rect l="l" t="t" r="r" b="b"/>
              <a:pathLst>
                <a:path w="1562" h="1994" extrusionOk="0">
                  <a:moveTo>
                    <a:pt x="1290" y="1"/>
                  </a:moveTo>
                  <a:cubicBezTo>
                    <a:pt x="1086" y="1"/>
                    <a:pt x="456" y="113"/>
                    <a:pt x="456" y="113"/>
                  </a:cubicBezTo>
                  <a:cubicBezTo>
                    <a:pt x="456" y="113"/>
                    <a:pt x="38" y="1797"/>
                    <a:pt x="1" y="1907"/>
                  </a:cubicBezTo>
                  <a:lnTo>
                    <a:pt x="1561" y="1993"/>
                  </a:lnTo>
                  <a:cubicBezTo>
                    <a:pt x="1561" y="1993"/>
                    <a:pt x="1353" y="76"/>
                    <a:pt x="1353" y="15"/>
                  </a:cubicBezTo>
                  <a:cubicBezTo>
                    <a:pt x="1353" y="5"/>
                    <a:pt x="1329" y="1"/>
                    <a:pt x="1290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9747283" y="500443"/>
              <a:ext cx="350713" cy="766129"/>
            </a:xfrm>
            <a:custGeom>
              <a:avLst/>
              <a:gdLst/>
              <a:ahLst/>
              <a:cxnLst/>
              <a:rect l="l" t="t" r="r" b="b"/>
              <a:pathLst>
                <a:path w="3318" h="7792" extrusionOk="0">
                  <a:moveTo>
                    <a:pt x="2372" y="1"/>
                  </a:moveTo>
                  <a:lnTo>
                    <a:pt x="0" y="333"/>
                  </a:lnTo>
                  <a:lnTo>
                    <a:pt x="1438" y="1635"/>
                  </a:lnTo>
                  <a:lnTo>
                    <a:pt x="996" y="7791"/>
                  </a:lnTo>
                  <a:lnTo>
                    <a:pt x="2544" y="7312"/>
                  </a:lnTo>
                  <a:lnTo>
                    <a:pt x="3318" y="1758"/>
                  </a:lnTo>
                  <a:lnTo>
                    <a:pt x="2372" y="1"/>
                  </a:lnTo>
                  <a:close/>
                </a:path>
              </a:pathLst>
            </a:custGeom>
            <a:solidFill>
              <a:srgbClr val="4F7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9878457" y="1725554"/>
              <a:ext cx="110457" cy="46015"/>
            </a:xfrm>
            <a:custGeom>
              <a:avLst/>
              <a:gdLst/>
              <a:ahLst/>
              <a:cxnLst/>
              <a:rect l="l" t="t" r="r" b="b"/>
              <a:pathLst>
                <a:path w="1045" h="468" extrusionOk="0">
                  <a:moveTo>
                    <a:pt x="74" y="0"/>
                  </a:moveTo>
                  <a:lnTo>
                    <a:pt x="0" y="467"/>
                  </a:lnTo>
                  <a:lnTo>
                    <a:pt x="1008" y="455"/>
                  </a:lnTo>
                  <a:lnTo>
                    <a:pt x="1045" y="13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9749820" y="1347402"/>
              <a:ext cx="526175" cy="764851"/>
            </a:xfrm>
            <a:custGeom>
              <a:avLst/>
              <a:gdLst/>
              <a:ahLst/>
              <a:cxnLst/>
              <a:rect l="l" t="t" r="r" b="b"/>
              <a:pathLst>
                <a:path w="4978" h="7779" extrusionOk="0">
                  <a:moveTo>
                    <a:pt x="1" y="0"/>
                  </a:moveTo>
                  <a:lnTo>
                    <a:pt x="873" y="357"/>
                  </a:lnTo>
                  <a:lnTo>
                    <a:pt x="3208" y="7778"/>
                  </a:lnTo>
                  <a:lnTo>
                    <a:pt x="4977" y="7127"/>
                  </a:lnTo>
                  <a:lnTo>
                    <a:pt x="4523" y="2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10088800" y="2048153"/>
              <a:ext cx="385911" cy="898963"/>
            </a:xfrm>
            <a:custGeom>
              <a:avLst/>
              <a:gdLst/>
              <a:ahLst/>
              <a:cxnLst/>
              <a:rect l="l" t="t" r="r" b="b"/>
              <a:pathLst>
                <a:path w="3651" h="9143" extrusionOk="0">
                  <a:moveTo>
                    <a:pt x="1770" y="0"/>
                  </a:moveTo>
                  <a:lnTo>
                    <a:pt x="1" y="651"/>
                  </a:lnTo>
                  <a:lnTo>
                    <a:pt x="2335" y="9142"/>
                  </a:lnTo>
                  <a:lnTo>
                    <a:pt x="3650" y="8958"/>
                  </a:lnTo>
                  <a:cubicBezTo>
                    <a:pt x="3650" y="8958"/>
                    <a:pt x="3589" y="4301"/>
                    <a:pt x="2888" y="2728"/>
                  </a:cubicBezTo>
                  <a:cubicBezTo>
                    <a:pt x="2335" y="1475"/>
                    <a:pt x="1770" y="0"/>
                    <a:pt x="1770" y="0"/>
                  </a:cubicBez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9566747" y="1140824"/>
              <a:ext cx="640331" cy="959333"/>
            </a:xfrm>
            <a:custGeom>
              <a:avLst/>
              <a:gdLst/>
              <a:ahLst/>
              <a:cxnLst/>
              <a:rect l="l" t="t" r="r" b="b"/>
              <a:pathLst>
                <a:path w="6058" h="9757" extrusionOk="0">
                  <a:moveTo>
                    <a:pt x="5001" y="0"/>
                  </a:moveTo>
                  <a:lnTo>
                    <a:pt x="1561" y="418"/>
                  </a:lnTo>
                  <a:lnTo>
                    <a:pt x="1401" y="1843"/>
                  </a:lnTo>
                  <a:lnTo>
                    <a:pt x="0" y="9498"/>
                  </a:lnTo>
                  <a:lnTo>
                    <a:pt x="1880" y="9757"/>
                  </a:lnTo>
                  <a:lnTo>
                    <a:pt x="5579" y="3330"/>
                  </a:lnTo>
                  <a:cubicBezTo>
                    <a:pt x="6058" y="2507"/>
                    <a:pt x="6021" y="1487"/>
                    <a:pt x="5480" y="713"/>
                  </a:cubicBezTo>
                  <a:lnTo>
                    <a:pt x="5001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9571926" y="2025146"/>
              <a:ext cx="331264" cy="921970"/>
            </a:xfrm>
            <a:custGeom>
              <a:avLst/>
              <a:gdLst/>
              <a:ahLst/>
              <a:cxnLst/>
              <a:rect l="l" t="t" r="r" b="b"/>
              <a:pathLst>
                <a:path w="3134" h="9377" extrusionOk="0">
                  <a:moveTo>
                    <a:pt x="1831" y="1"/>
                  </a:moveTo>
                  <a:lnTo>
                    <a:pt x="0" y="504"/>
                  </a:lnTo>
                  <a:lnTo>
                    <a:pt x="1586" y="9155"/>
                  </a:lnTo>
                  <a:lnTo>
                    <a:pt x="2753" y="9376"/>
                  </a:lnTo>
                  <a:cubicBezTo>
                    <a:pt x="2753" y="9376"/>
                    <a:pt x="3134" y="4129"/>
                    <a:pt x="2704" y="2827"/>
                  </a:cubicBezTo>
                  <a:cubicBezTo>
                    <a:pt x="2274" y="1524"/>
                    <a:pt x="1831" y="1"/>
                    <a:pt x="1831" y="1"/>
                  </a:cubicBez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3"/>
            <p:cNvSpPr/>
            <p:nvPr/>
          </p:nvSpPr>
          <p:spPr>
            <a:xfrm>
              <a:off x="9891458" y="1013987"/>
              <a:ext cx="400074" cy="460346"/>
            </a:xfrm>
            <a:custGeom>
              <a:avLst/>
              <a:gdLst/>
              <a:ahLst/>
              <a:cxnLst/>
              <a:rect l="l" t="t" r="r" b="b"/>
              <a:pathLst>
                <a:path w="3785" h="4682" extrusionOk="0">
                  <a:moveTo>
                    <a:pt x="2322" y="0"/>
                  </a:moveTo>
                  <a:lnTo>
                    <a:pt x="0" y="2187"/>
                  </a:lnTo>
                  <a:lnTo>
                    <a:pt x="3207" y="4682"/>
                  </a:lnTo>
                  <a:lnTo>
                    <a:pt x="3342" y="4596"/>
                  </a:lnTo>
                  <a:cubicBezTo>
                    <a:pt x="3785" y="4141"/>
                    <a:pt x="2875" y="2580"/>
                    <a:pt x="2458" y="2101"/>
                  </a:cubicBezTo>
                  <a:lnTo>
                    <a:pt x="2322" y="0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3"/>
            <p:cNvSpPr/>
            <p:nvPr/>
          </p:nvSpPr>
          <p:spPr>
            <a:xfrm>
              <a:off x="9658918" y="118653"/>
              <a:ext cx="266364" cy="319155"/>
            </a:xfrm>
            <a:custGeom>
              <a:avLst/>
              <a:gdLst/>
              <a:ahLst/>
              <a:cxnLst/>
              <a:rect l="l" t="t" r="r" b="b"/>
              <a:pathLst>
                <a:path w="2520" h="3246" extrusionOk="0">
                  <a:moveTo>
                    <a:pt x="1251" y="1"/>
                  </a:moveTo>
                  <a:cubicBezTo>
                    <a:pt x="1240" y="1"/>
                    <a:pt x="1228" y="1"/>
                    <a:pt x="1217" y="1"/>
                  </a:cubicBezTo>
                  <a:cubicBezTo>
                    <a:pt x="529" y="13"/>
                    <a:pt x="1" y="763"/>
                    <a:pt x="25" y="1648"/>
                  </a:cubicBezTo>
                  <a:cubicBezTo>
                    <a:pt x="50" y="2537"/>
                    <a:pt x="605" y="3245"/>
                    <a:pt x="1286" y="3245"/>
                  </a:cubicBezTo>
                  <a:cubicBezTo>
                    <a:pt x="1291" y="3245"/>
                    <a:pt x="1297" y="3245"/>
                    <a:pt x="1303" y="3245"/>
                  </a:cubicBezTo>
                  <a:cubicBezTo>
                    <a:pt x="1979" y="3220"/>
                    <a:pt x="2520" y="2483"/>
                    <a:pt x="2495" y="1586"/>
                  </a:cubicBezTo>
                  <a:cubicBezTo>
                    <a:pt x="2471" y="704"/>
                    <a:pt x="1912" y="1"/>
                    <a:pt x="1251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3"/>
            <p:cNvSpPr/>
            <p:nvPr/>
          </p:nvSpPr>
          <p:spPr>
            <a:xfrm>
              <a:off x="9747283" y="355515"/>
              <a:ext cx="166372" cy="217588"/>
            </a:xfrm>
            <a:custGeom>
              <a:avLst/>
              <a:gdLst/>
              <a:ahLst/>
              <a:cxnLst/>
              <a:rect l="l" t="t" r="r" b="b"/>
              <a:pathLst>
                <a:path w="1574" h="2213" extrusionOk="0">
                  <a:moveTo>
                    <a:pt x="946" y="0"/>
                  </a:moveTo>
                  <a:lnTo>
                    <a:pt x="0" y="320"/>
                  </a:lnTo>
                  <a:lnTo>
                    <a:pt x="639" y="2212"/>
                  </a:lnTo>
                  <a:lnTo>
                    <a:pt x="1573" y="1893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9634289" y="593556"/>
              <a:ext cx="649421" cy="929148"/>
            </a:xfrm>
            <a:custGeom>
              <a:avLst/>
              <a:gdLst/>
              <a:ahLst/>
              <a:cxnLst/>
              <a:rect l="l" t="t" r="r" b="b"/>
              <a:pathLst>
                <a:path w="6144" h="9450" extrusionOk="0">
                  <a:moveTo>
                    <a:pt x="3772" y="0"/>
                  </a:moveTo>
                  <a:lnTo>
                    <a:pt x="0" y="750"/>
                  </a:lnTo>
                  <a:lnTo>
                    <a:pt x="86" y="9449"/>
                  </a:lnTo>
                  <a:lnTo>
                    <a:pt x="6144" y="9068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9625199" y="441253"/>
              <a:ext cx="403985" cy="687569"/>
            </a:xfrm>
            <a:custGeom>
              <a:avLst/>
              <a:gdLst/>
              <a:ahLst/>
              <a:cxnLst/>
              <a:rect l="l" t="t" r="r" b="b"/>
              <a:pathLst>
                <a:path w="3822" h="6993" extrusionOk="0">
                  <a:moveTo>
                    <a:pt x="2642" y="1"/>
                  </a:moveTo>
                  <a:lnTo>
                    <a:pt x="2605" y="38"/>
                  </a:lnTo>
                  <a:cubicBezTo>
                    <a:pt x="2386" y="218"/>
                    <a:pt x="2120" y="307"/>
                    <a:pt x="1853" y="307"/>
                  </a:cubicBezTo>
                  <a:cubicBezTo>
                    <a:pt x="1610" y="307"/>
                    <a:pt x="1366" y="233"/>
                    <a:pt x="1155" y="87"/>
                  </a:cubicBezTo>
                  <a:lnTo>
                    <a:pt x="737" y="591"/>
                  </a:lnTo>
                  <a:cubicBezTo>
                    <a:pt x="99" y="1131"/>
                    <a:pt x="0" y="2360"/>
                    <a:pt x="209" y="3171"/>
                  </a:cubicBezTo>
                  <a:lnTo>
                    <a:pt x="1057" y="6882"/>
                  </a:lnTo>
                  <a:lnTo>
                    <a:pt x="3035" y="6992"/>
                  </a:lnTo>
                  <a:lnTo>
                    <a:pt x="1757" y="2569"/>
                  </a:lnTo>
                  <a:lnTo>
                    <a:pt x="2630" y="2667"/>
                  </a:lnTo>
                  <a:lnTo>
                    <a:pt x="3822" y="763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3"/>
            <p:cNvSpPr/>
            <p:nvPr/>
          </p:nvSpPr>
          <p:spPr>
            <a:xfrm>
              <a:off x="9649722" y="72933"/>
              <a:ext cx="247021" cy="192024"/>
            </a:xfrm>
            <a:custGeom>
              <a:avLst/>
              <a:gdLst/>
              <a:ahLst/>
              <a:cxnLst/>
              <a:rect l="l" t="t" r="r" b="b"/>
              <a:pathLst>
                <a:path w="2337" h="1953" extrusionOk="0">
                  <a:moveTo>
                    <a:pt x="1669" y="1"/>
                  </a:moveTo>
                  <a:cubicBezTo>
                    <a:pt x="974" y="1"/>
                    <a:pt x="0" y="292"/>
                    <a:pt x="112" y="1953"/>
                  </a:cubicBezTo>
                  <a:lnTo>
                    <a:pt x="2287" y="1805"/>
                  </a:lnTo>
                  <a:lnTo>
                    <a:pt x="2336" y="85"/>
                  </a:lnTo>
                  <a:cubicBezTo>
                    <a:pt x="2336" y="85"/>
                    <a:pt x="2043" y="1"/>
                    <a:pt x="1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9788823" y="78636"/>
              <a:ext cx="219539" cy="306373"/>
            </a:xfrm>
            <a:custGeom>
              <a:avLst/>
              <a:gdLst/>
              <a:ahLst/>
              <a:cxnLst/>
              <a:rect l="l" t="t" r="r" b="b"/>
              <a:pathLst>
                <a:path w="2077" h="3116" extrusionOk="0">
                  <a:moveTo>
                    <a:pt x="463" y="0"/>
                  </a:moveTo>
                  <a:cubicBezTo>
                    <a:pt x="306" y="0"/>
                    <a:pt x="149" y="29"/>
                    <a:pt x="0" y="89"/>
                  </a:cubicBezTo>
                  <a:lnTo>
                    <a:pt x="320" y="1526"/>
                  </a:lnTo>
                  <a:cubicBezTo>
                    <a:pt x="504" y="1698"/>
                    <a:pt x="480" y="2005"/>
                    <a:pt x="443" y="2264"/>
                  </a:cubicBezTo>
                  <a:cubicBezTo>
                    <a:pt x="406" y="2522"/>
                    <a:pt x="381" y="2816"/>
                    <a:pt x="578" y="3001"/>
                  </a:cubicBezTo>
                  <a:cubicBezTo>
                    <a:pt x="662" y="3078"/>
                    <a:pt x="780" y="3116"/>
                    <a:pt x="899" y="3116"/>
                  </a:cubicBezTo>
                  <a:cubicBezTo>
                    <a:pt x="970" y="3116"/>
                    <a:pt x="1042" y="3102"/>
                    <a:pt x="1106" y="3075"/>
                  </a:cubicBezTo>
                  <a:cubicBezTo>
                    <a:pt x="1278" y="3013"/>
                    <a:pt x="1426" y="2866"/>
                    <a:pt x="1536" y="2718"/>
                  </a:cubicBezTo>
                  <a:cubicBezTo>
                    <a:pt x="1966" y="2178"/>
                    <a:pt x="2077" y="1379"/>
                    <a:pt x="1758" y="777"/>
                  </a:cubicBezTo>
                  <a:cubicBezTo>
                    <a:pt x="1503" y="305"/>
                    <a:pt x="981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9781001" y="228677"/>
              <a:ext cx="71559" cy="66564"/>
            </a:xfrm>
            <a:custGeom>
              <a:avLst/>
              <a:gdLst/>
              <a:ahLst/>
              <a:cxnLst/>
              <a:rect l="l" t="t" r="r" b="b"/>
              <a:pathLst>
                <a:path w="677" h="677" extrusionOk="0">
                  <a:moveTo>
                    <a:pt x="332" y="0"/>
                  </a:moveTo>
                  <a:cubicBezTo>
                    <a:pt x="148" y="0"/>
                    <a:pt x="1" y="148"/>
                    <a:pt x="1" y="332"/>
                  </a:cubicBezTo>
                  <a:cubicBezTo>
                    <a:pt x="1" y="516"/>
                    <a:pt x="148" y="676"/>
                    <a:pt x="332" y="676"/>
                  </a:cubicBezTo>
                  <a:cubicBezTo>
                    <a:pt x="517" y="676"/>
                    <a:pt x="677" y="516"/>
                    <a:pt x="677" y="332"/>
                  </a:cubicBezTo>
                  <a:cubicBezTo>
                    <a:pt x="677" y="148"/>
                    <a:pt x="517" y="0"/>
                    <a:pt x="332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3"/>
            <p:cNvSpPr/>
            <p:nvPr/>
          </p:nvSpPr>
          <p:spPr>
            <a:xfrm>
              <a:off x="9495294" y="1117817"/>
              <a:ext cx="331264" cy="493087"/>
            </a:xfrm>
            <a:custGeom>
              <a:avLst/>
              <a:gdLst/>
              <a:ahLst/>
              <a:cxnLst/>
              <a:rect l="l" t="t" r="r" b="b"/>
              <a:pathLst>
                <a:path w="3134" h="5015" extrusionOk="0">
                  <a:moveTo>
                    <a:pt x="1438" y="1"/>
                  </a:moveTo>
                  <a:lnTo>
                    <a:pt x="0" y="4940"/>
                  </a:lnTo>
                  <a:lnTo>
                    <a:pt x="603" y="5014"/>
                  </a:lnTo>
                  <a:lnTo>
                    <a:pt x="3134" y="161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3"/>
            <p:cNvSpPr/>
            <p:nvPr/>
          </p:nvSpPr>
          <p:spPr>
            <a:xfrm>
              <a:off x="9438110" y="1568138"/>
              <a:ext cx="126100" cy="165378"/>
            </a:xfrm>
            <a:custGeom>
              <a:avLst/>
              <a:gdLst/>
              <a:ahLst/>
              <a:cxnLst/>
              <a:rect l="l" t="t" r="r" b="b"/>
              <a:pathLst>
                <a:path w="1193" h="1682" extrusionOk="0">
                  <a:moveTo>
                    <a:pt x="878" y="1"/>
                  </a:moveTo>
                  <a:cubicBezTo>
                    <a:pt x="669" y="1"/>
                    <a:pt x="381" y="268"/>
                    <a:pt x="197" y="668"/>
                  </a:cubicBezTo>
                  <a:cubicBezTo>
                    <a:pt x="1" y="1110"/>
                    <a:pt x="13" y="1565"/>
                    <a:pt x="234" y="1663"/>
                  </a:cubicBezTo>
                  <a:cubicBezTo>
                    <a:pt x="261" y="1676"/>
                    <a:pt x="291" y="1682"/>
                    <a:pt x="322" y="1682"/>
                  </a:cubicBezTo>
                  <a:cubicBezTo>
                    <a:pt x="530" y="1682"/>
                    <a:pt x="814" y="1407"/>
                    <a:pt x="996" y="1012"/>
                  </a:cubicBezTo>
                  <a:cubicBezTo>
                    <a:pt x="1193" y="569"/>
                    <a:pt x="1180" y="115"/>
                    <a:pt x="959" y="16"/>
                  </a:cubicBezTo>
                  <a:cubicBezTo>
                    <a:pt x="934" y="6"/>
                    <a:pt x="907" y="1"/>
                    <a:pt x="878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9491383" y="965612"/>
              <a:ext cx="366356" cy="639195"/>
            </a:xfrm>
            <a:custGeom>
              <a:avLst/>
              <a:gdLst/>
              <a:ahLst/>
              <a:cxnLst/>
              <a:rect l="l" t="t" r="r" b="b"/>
              <a:pathLst>
                <a:path w="3466" h="6501" extrusionOk="0">
                  <a:moveTo>
                    <a:pt x="1401" y="1"/>
                  </a:moveTo>
                  <a:cubicBezTo>
                    <a:pt x="1377" y="13"/>
                    <a:pt x="1" y="6206"/>
                    <a:pt x="1" y="6206"/>
                  </a:cubicBezTo>
                  <a:lnTo>
                    <a:pt x="750" y="6501"/>
                  </a:lnTo>
                  <a:lnTo>
                    <a:pt x="3466" y="1659"/>
                  </a:lnTo>
                  <a:cubicBezTo>
                    <a:pt x="3466" y="1659"/>
                    <a:pt x="1438" y="1"/>
                    <a:pt x="1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9877083" y="499264"/>
              <a:ext cx="563804" cy="839772"/>
            </a:xfrm>
            <a:custGeom>
              <a:avLst/>
              <a:gdLst/>
              <a:ahLst/>
              <a:cxnLst/>
              <a:rect l="l" t="t" r="r" b="b"/>
              <a:pathLst>
                <a:path w="5334" h="8541" extrusionOk="0">
                  <a:moveTo>
                    <a:pt x="2299" y="1"/>
                  </a:moveTo>
                  <a:lnTo>
                    <a:pt x="38" y="62"/>
                  </a:lnTo>
                  <a:lnTo>
                    <a:pt x="1" y="8540"/>
                  </a:lnTo>
                  <a:lnTo>
                    <a:pt x="2176" y="8540"/>
                  </a:lnTo>
                  <a:cubicBezTo>
                    <a:pt x="2839" y="8540"/>
                    <a:pt x="3454" y="8332"/>
                    <a:pt x="3945" y="7975"/>
                  </a:cubicBezTo>
                  <a:cubicBezTo>
                    <a:pt x="4891" y="7299"/>
                    <a:pt x="5334" y="6108"/>
                    <a:pt x="5125" y="4965"/>
                  </a:cubicBezTo>
                  <a:lnTo>
                    <a:pt x="4621" y="2090"/>
                  </a:lnTo>
                  <a:cubicBezTo>
                    <a:pt x="4461" y="762"/>
                    <a:pt x="3638" y="1"/>
                    <a:pt x="229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3"/>
            <p:cNvSpPr/>
            <p:nvPr/>
          </p:nvSpPr>
          <p:spPr>
            <a:xfrm>
              <a:off x="9639469" y="1216632"/>
              <a:ext cx="313083" cy="278253"/>
            </a:xfrm>
            <a:custGeom>
              <a:avLst/>
              <a:gdLst/>
              <a:ahLst/>
              <a:cxnLst/>
              <a:rect l="l" t="t" r="r" b="b"/>
              <a:pathLst>
                <a:path w="2962" h="2830" extrusionOk="0">
                  <a:moveTo>
                    <a:pt x="2538" y="0"/>
                  </a:moveTo>
                  <a:cubicBezTo>
                    <a:pt x="2536" y="0"/>
                    <a:pt x="2533" y="1"/>
                    <a:pt x="2532" y="3"/>
                  </a:cubicBezTo>
                  <a:cubicBezTo>
                    <a:pt x="2482" y="77"/>
                    <a:pt x="0" y="2498"/>
                    <a:pt x="0" y="2498"/>
                  </a:cubicBezTo>
                  <a:lnTo>
                    <a:pt x="74" y="2830"/>
                  </a:lnTo>
                  <a:lnTo>
                    <a:pt x="2962" y="1109"/>
                  </a:lnTo>
                  <a:cubicBezTo>
                    <a:pt x="2962" y="1109"/>
                    <a:pt x="2615" y="0"/>
                    <a:pt x="253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3"/>
            <p:cNvSpPr/>
            <p:nvPr/>
          </p:nvSpPr>
          <p:spPr>
            <a:xfrm>
              <a:off x="9684920" y="463769"/>
              <a:ext cx="217002" cy="197530"/>
            </a:xfrm>
            <a:custGeom>
              <a:avLst/>
              <a:gdLst/>
              <a:ahLst/>
              <a:cxnLst/>
              <a:rect l="l" t="t" r="r" b="b"/>
              <a:pathLst>
                <a:path w="2053" h="2009" extrusionOk="0">
                  <a:moveTo>
                    <a:pt x="768" y="1"/>
                  </a:moveTo>
                  <a:cubicBezTo>
                    <a:pt x="633" y="1"/>
                    <a:pt x="498" y="27"/>
                    <a:pt x="369" y="91"/>
                  </a:cubicBezTo>
                  <a:lnTo>
                    <a:pt x="0" y="558"/>
                  </a:lnTo>
                  <a:cubicBezTo>
                    <a:pt x="0" y="558"/>
                    <a:pt x="148" y="476"/>
                    <a:pt x="383" y="476"/>
                  </a:cubicBezTo>
                  <a:cubicBezTo>
                    <a:pt x="782" y="476"/>
                    <a:pt x="1432" y="715"/>
                    <a:pt x="2028" y="2008"/>
                  </a:cubicBezTo>
                  <a:cubicBezTo>
                    <a:pt x="2052" y="1910"/>
                    <a:pt x="2052" y="595"/>
                    <a:pt x="2052" y="595"/>
                  </a:cubicBezTo>
                  <a:cubicBezTo>
                    <a:pt x="2052" y="595"/>
                    <a:pt x="1408" y="1"/>
                    <a:pt x="768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3"/>
            <p:cNvSpPr/>
            <p:nvPr/>
          </p:nvSpPr>
          <p:spPr>
            <a:xfrm>
              <a:off x="9896637" y="429159"/>
              <a:ext cx="174088" cy="104025"/>
            </a:xfrm>
            <a:custGeom>
              <a:avLst/>
              <a:gdLst/>
              <a:ahLst/>
              <a:cxnLst/>
              <a:rect l="l" t="t" r="r" b="b"/>
              <a:pathLst>
                <a:path w="1647" h="1058" extrusionOk="0">
                  <a:moveTo>
                    <a:pt x="393" y="1"/>
                  </a:moveTo>
                  <a:cubicBezTo>
                    <a:pt x="369" y="1"/>
                    <a:pt x="0" y="124"/>
                    <a:pt x="0" y="124"/>
                  </a:cubicBezTo>
                  <a:cubicBezTo>
                    <a:pt x="578" y="419"/>
                    <a:pt x="713" y="566"/>
                    <a:pt x="848" y="1058"/>
                  </a:cubicBezTo>
                  <a:lnTo>
                    <a:pt x="1647" y="837"/>
                  </a:lnTo>
                  <a:cubicBezTo>
                    <a:pt x="1647" y="837"/>
                    <a:pt x="1241" y="259"/>
                    <a:pt x="39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3"/>
            <p:cNvSpPr/>
            <p:nvPr/>
          </p:nvSpPr>
          <p:spPr>
            <a:xfrm>
              <a:off x="9418661" y="2992845"/>
              <a:ext cx="523532" cy="193400"/>
            </a:xfrm>
            <a:custGeom>
              <a:avLst/>
              <a:gdLst/>
              <a:ahLst/>
              <a:cxnLst/>
              <a:rect l="l" t="t" r="r" b="b"/>
              <a:pathLst>
                <a:path w="4953" h="1967" extrusionOk="0">
                  <a:moveTo>
                    <a:pt x="4399" y="1"/>
                  </a:moveTo>
                  <a:cubicBezTo>
                    <a:pt x="4399" y="1"/>
                    <a:pt x="4008" y="450"/>
                    <a:pt x="3553" y="450"/>
                  </a:cubicBezTo>
                  <a:cubicBezTo>
                    <a:pt x="3342" y="450"/>
                    <a:pt x="3118" y="354"/>
                    <a:pt x="2913" y="75"/>
                  </a:cubicBezTo>
                  <a:cubicBezTo>
                    <a:pt x="2911" y="73"/>
                    <a:pt x="2908" y="72"/>
                    <a:pt x="2902" y="72"/>
                  </a:cubicBezTo>
                  <a:cubicBezTo>
                    <a:pt x="2742" y="72"/>
                    <a:pt x="923" y="946"/>
                    <a:pt x="209" y="1279"/>
                  </a:cubicBezTo>
                  <a:cubicBezTo>
                    <a:pt x="37" y="1365"/>
                    <a:pt x="1" y="1598"/>
                    <a:pt x="136" y="1733"/>
                  </a:cubicBezTo>
                  <a:cubicBezTo>
                    <a:pt x="259" y="1856"/>
                    <a:pt x="455" y="1967"/>
                    <a:pt x="738" y="1967"/>
                  </a:cubicBezTo>
                  <a:cubicBezTo>
                    <a:pt x="1377" y="1967"/>
                    <a:pt x="4891" y="1758"/>
                    <a:pt x="4891" y="1758"/>
                  </a:cubicBezTo>
                  <a:cubicBezTo>
                    <a:pt x="4891" y="1758"/>
                    <a:pt x="4952" y="333"/>
                    <a:pt x="4399" y="1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3"/>
            <p:cNvSpPr/>
            <p:nvPr/>
          </p:nvSpPr>
          <p:spPr>
            <a:xfrm>
              <a:off x="9418661" y="2992845"/>
              <a:ext cx="515710" cy="177767"/>
            </a:xfrm>
            <a:custGeom>
              <a:avLst/>
              <a:gdLst/>
              <a:ahLst/>
              <a:cxnLst/>
              <a:rect l="l" t="t" r="r" b="b"/>
              <a:pathLst>
                <a:path w="4879" h="1808" extrusionOk="0">
                  <a:moveTo>
                    <a:pt x="4399" y="1"/>
                  </a:moveTo>
                  <a:cubicBezTo>
                    <a:pt x="4399" y="1"/>
                    <a:pt x="4008" y="450"/>
                    <a:pt x="3553" y="450"/>
                  </a:cubicBezTo>
                  <a:cubicBezTo>
                    <a:pt x="3342" y="450"/>
                    <a:pt x="3118" y="354"/>
                    <a:pt x="2913" y="75"/>
                  </a:cubicBezTo>
                  <a:cubicBezTo>
                    <a:pt x="2911" y="73"/>
                    <a:pt x="2908" y="72"/>
                    <a:pt x="2902" y="72"/>
                  </a:cubicBezTo>
                  <a:cubicBezTo>
                    <a:pt x="2742" y="72"/>
                    <a:pt x="923" y="946"/>
                    <a:pt x="209" y="1279"/>
                  </a:cubicBezTo>
                  <a:cubicBezTo>
                    <a:pt x="37" y="1365"/>
                    <a:pt x="1" y="1598"/>
                    <a:pt x="136" y="1733"/>
                  </a:cubicBezTo>
                  <a:cubicBezTo>
                    <a:pt x="160" y="1758"/>
                    <a:pt x="185" y="1783"/>
                    <a:pt x="222" y="1807"/>
                  </a:cubicBezTo>
                  <a:cubicBezTo>
                    <a:pt x="897" y="1733"/>
                    <a:pt x="3687" y="1512"/>
                    <a:pt x="4879" y="1414"/>
                  </a:cubicBezTo>
                  <a:cubicBezTo>
                    <a:pt x="4866" y="959"/>
                    <a:pt x="4768" y="222"/>
                    <a:pt x="4399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3"/>
            <p:cNvSpPr/>
            <p:nvPr/>
          </p:nvSpPr>
          <p:spPr>
            <a:xfrm>
              <a:off x="9838185" y="3081042"/>
              <a:ext cx="97455" cy="65384"/>
            </a:xfrm>
            <a:custGeom>
              <a:avLst/>
              <a:gdLst/>
              <a:ahLst/>
              <a:cxnLst/>
              <a:rect l="l" t="t" r="r" b="b"/>
              <a:pathLst>
                <a:path w="922" h="665" extrusionOk="0">
                  <a:moveTo>
                    <a:pt x="873" y="1"/>
                  </a:moveTo>
                  <a:cubicBezTo>
                    <a:pt x="0" y="173"/>
                    <a:pt x="209" y="664"/>
                    <a:pt x="209" y="664"/>
                  </a:cubicBezTo>
                  <a:lnTo>
                    <a:pt x="922" y="517"/>
                  </a:lnTo>
                  <a:lnTo>
                    <a:pt x="873" y="1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3"/>
            <p:cNvSpPr/>
            <p:nvPr/>
          </p:nvSpPr>
          <p:spPr>
            <a:xfrm>
              <a:off x="9442021" y="3131875"/>
              <a:ext cx="493619" cy="54372"/>
            </a:xfrm>
            <a:custGeom>
              <a:avLst/>
              <a:gdLst/>
              <a:ahLst/>
              <a:cxnLst/>
              <a:rect l="l" t="t" r="r" b="b"/>
              <a:pathLst>
                <a:path w="4670" h="553" extrusionOk="0">
                  <a:moveTo>
                    <a:pt x="4658" y="0"/>
                  </a:moveTo>
                  <a:cubicBezTo>
                    <a:pt x="3466" y="98"/>
                    <a:pt x="676" y="319"/>
                    <a:pt x="1" y="393"/>
                  </a:cubicBezTo>
                  <a:cubicBezTo>
                    <a:pt x="124" y="479"/>
                    <a:pt x="283" y="553"/>
                    <a:pt x="517" y="553"/>
                  </a:cubicBezTo>
                  <a:cubicBezTo>
                    <a:pt x="1156" y="553"/>
                    <a:pt x="4670" y="344"/>
                    <a:pt x="4670" y="344"/>
                  </a:cubicBezTo>
                  <a:cubicBezTo>
                    <a:pt x="4670" y="344"/>
                    <a:pt x="4670" y="209"/>
                    <a:pt x="46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3"/>
            <p:cNvSpPr/>
            <p:nvPr/>
          </p:nvSpPr>
          <p:spPr>
            <a:xfrm>
              <a:off x="10114802" y="2984390"/>
              <a:ext cx="494993" cy="311682"/>
            </a:xfrm>
            <a:custGeom>
              <a:avLst/>
              <a:gdLst/>
              <a:ahLst/>
              <a:cxnLst/>
              <a:rect l="l" t="t" r="r" b="b"/>
              <a:pathLst>
                <a:path w="4683" h="3170" extrusionOk="0">
                  <a:moveTo>
                    <a:pt x="3625" y="1"/>
                  </a:moveTo>
                  <a:cubicBezTo>
                    <a:pt x="3625" y="1"/>
                    <a:pt x="3330" y="754"/>
                    <a:pt x="2752" y="754"/>
                  </a:cubicBezTo>
                  <a:cubicBezTo>
                    <a:pt x="2603" y="754"/>
                    <a:pt x="2435" y="704"/>
                    <a:pt x="2249" y="578"/>
                  </a:cubicBezTo>
                  <a:cubicBezTo>
                    <a:pt x="2248" y="578"/>
                    <a:pt x="2247" y="578"/>
                    <a:pt x="2246" y="578"/>
                  </a:cubicBezTo>
                  <a:cubicBezTo>
                    <a:pt x="2152" y="578"/>
                    <a:pt x="682" y="2072"/>
                    <a:pt x="136" y="2643"/>
                  </a:cubicBezTo>
                  <a:cubicBezTo>
                    <a:pt x="1" y="2778"/>
                    <a:pt x="37" y="3011"/>
                    <a:pt x="209" y="3097"/>
                  </a:cubicBezTo>
                  <a:cubicBezTo>
                    <a:pt x="300" y="3139"/>
                    <a:pt x="411" y="3169"/>
                    <a:pt x="539" y="3169"/>
                  </a:cubicBezTo>
                  <a:cubicBezTo>
                    <a:pt x="637" y="3169"/>
                    <a:pt x="744" y="3152"/>
                    <a:pt x="861" y="3110"/>
                  </a:cubicBezTo>
                  <a:cubicBezTo>
                    <a:pt x="1463" y="2888"/>
                    <a:pt x="4682" y="1488"/>
                    <a:pt x="4682" y="1488"/>
                  </a:cubicBezTo>
                  <a:cubicBezTo>
                    <a:pt x="4682" y="1488"/>
                    <a:pt x="4252" y="124"/>
                    <a:pt x="3625" y="1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3"/>
            <p:cNvSpPr/>
            <p:nvPr/>
          </p:nvSpPr>
          <p:spPr>
            <a:xfrm>
              <a:off x="10114802" y="2984390"/>
              <a:ext cx="481992" cy="308241"/>
            </a:xfrm>
            <a:custGeom>
              <a:avLst/>
              <a:gdLst/>
              <a:ahLst/>
              <a:cxnLst/>
              <a:rect l="l" t="t" r="r" b="b"/>
              <a:pathLst>
                <a:path w="4560" h="3135" extrusionOk="0">
                  <a:moveTo>
                    <a:pt x="3625" y="1"/>
                  </a:moveTo>
                  <a:cubicBezTo>
                    <a:pt x="3625" y="1"/>
                    <a:pt x="3330" y="754"/>
                    <a:pt x="2752" y="754"/>
                  </a:cubicBezTo>
                  <a:cubicBezTo>
                    <a:pt x="2603" y="754"/>
                    <a:pt x="2435" y="704"/>
                    <a:pt x="2249" y="578"/>
                  </a:cubicBezTo>
                  <a:cubicBezTo>
                    <a:pt x="2248" y="578"/>
                    <a:pt x="2247" y="578"/>
                    <a:pt x="2246" y="578"/>
                  </a:cubicBezTo>
                  <a:cubicBezTo>
                    <a:pt x="2152" y="578"/>
                    <a:pt x="682" y="2072"/>
                    <a:pt x="136" y="2643"/>
                  </a:cubicBezTo>
                  <a:cubicBezTo>
                    <a:pt x="1" y="2778"/>
                    <a:pt x="37" y="3011"/>
                    <a:pt x="209" y="3097"/>
                  </a:cubicBezTo>
                  <a:cubicBezTo>
                    <a:pt x="246" y="3110"/>
                    <a:pt x="283" y="3122"/>
                    <a:pt x="320" y="3134"/>
                  </a:cubicBezTo>
                  <a:cubicBezTo>
                    <a:pt x="922" y="2839"/>
                    <a:pt x="3466" y="1660"/>
                    <a:pt x="4559" y="1156"/>
                  </a:cubicBezTo>
                  <a:cubicBezTo>
                    <a:pt x="4387" y="750"/>
                    <a:pt x="4055" y="87"/>
                    <a:pt x="3625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3"/>
            <p:cNvSpPr/>
            <p:nvPr/>
          </p:nvSpPr>
          <p:spPr>
            <a:xfrm>
              <a:off x="10492786" y="3052134"/>
              <a:ext cx="104009" cy="84656"/>
            </a:xfrm>
            <a:custGeom>
              <a:avLst/>
              <a:gdLst/>
              <a:ahLst/>
              <a:cxnLst/>
              <a:rect l="l" t="t" r="r" b="b"/>
              <a:pathLst>
                <a:path w="984" h="861" extrusionOk="0">
                  <a:moveTo>
                    <a:pt x="762" y="0"/>
                  </a:moveTo>
                  <a:cubicBezTo>
                    <a:pt x="0" y="467"/>
                    <a:pt x="381" y="860"/>
                    <a:pt x="381" y="860"/>
                  </a:cubicBezTo>
                  <a:lnTo>
                    <a:pt x="983" y="467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3"/>
            <p:cNvSpPr/>
            <p:nvPr/>
          </p:nvSpPr>
          <p:spPr>
            <a:xfrm>
              <a:off x="10148626" y="3097953"/>
              <a:ext cx="461169" cy="197530"/>
            </a:xfrm>
            <a:custGeom>
              <a:avLst/>
              <a:gdLst/>
              <a:ahLst/>
              <a:cxnLst/>
              <a:rect l="l" t="t" r="r" b="b"/>
              <a:pathLst>
                <a:path w="4363" h="2009" extrusionOk="0">
                  <a:moveTo>
                    <a:pt x="4239" y="1"/>
                  </a:moveTo>
                  <a:cubicBezTo>
                    <a:pt x="3146" y="505"/>
                    <a:pt x="602" y="1684"/>
                    <a:pt x="0" y="1979"/>
                  </a:cubicBezTo>
                  <a:cubicBezTo>
                    <a:pt x="64" y="1997"/>
                    <a:pt x="139" y="2009"/>
                    <a:pt x="222" y="2009"/>
                  </a:cubicBezTo>
                  <a:cubicBezTo>
                    <a:pt x="315" y="2009"/>
                    <a:pt x="418" y="1994"/>
                    <a:pt x="528" y="1955"/>
                  </a:cubicBezTo>
                  <a:lnTo>
                    <a:pt x="541" y="1955"/>
                  </a:lnTo>
                  <a:cubicBezTo>
                    <a:pt x="1143" y="1733"/>
                    <a:pt x="4362" y="333"/>
                    <a:pt x="4362" y="333"/>
                  </a:cubicBezTo>
                  <a:cubicBezTo>
                    <a:pt x="4362" y="333"/>
                    <a:pt x="4313" y="198"/>
                    <a:pt x="42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3"/>
            <p:cNvSpPr/>
            <p:nvPr/>
          </p:nvSpPr>
          <p:spPr>
            <a:xfrm>
              <a:off x="9648559" y="749398"/>
              <a:ext cx="172820" cy="697205"/>
            </a:xfrm>
            <a:custGeom>
              <a:avLst/>
              <a:gdLst/>
              <a:ahLst/>
              <a:cxnLst/>
              <a:rect l="l" t="t" r="r" b="b"/>
              <a:pathLst>
                <a:path w="1635" h="7091" fill="none" extrusionOk="0">
                  <a:moveTo>
                    <a:pt x="0" y="7090"/>
                  </a:moveTo>
                  <a:lnTo>
                    <a:pt x="1635" y="3256"/>
                  </a:lnTo>
                  <a:lnTo>
                    <a:pt x="1585" y="0"/>
                  </a:lnTo>
                </a:path>
              </a:pathLst>
            </a:custGeom>
            <a:noFill/>
            <a:ln w="400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895;p48">
            <a:extLst>
              <a:ext uri="{FF2B5EF4-FFF2-40B4-BE49-F238E27FC236}">
                <a16:creationId xmlns:a16="http://schemas.microsoft.com/office/drawing/2014/main" id="{1D3C31FD-A332-BE8E-1459-DE29AB750885}"/>
              </a:ext>
            </a:extLst>
          </p:cNvPr>
          <p:cNvGrpSpPr>
            <a:grpSpLocks noChangeAspect="1"/>
          </p:cNvGrpSpPr>
          <p:nvPr/>
        </p:nvGrpSpPr>
        <p:grpSpPr>
          <a:xfrm>
            <a:off x="6618678" y="1638424"/>
            <a:ext cx="725221" cy="374400"/>
            <a:chOff x="6595650" y="1401850"/>
            <a:chExt cx="437525" cy="225875"/>
          </a:xfrm>
        </p:grpSpPr>
        <p:sp>
          <p:nvSpPr>
            <p:cNvPr id="3" name="Google Shape;2896;p48">
              <a:extLst>
                <a:ext uri="{FF2B5EF4-FFF2-40B4-BE49-F238E27FC236}">
                  <a16:creationId xmlns:a16="http://schemas.microsoft.com/office/drawing/2014/main" id="{9D0A229F-A0BA-E641-FFBF-A7491249B177}"/>
                </a:ext>
              </a:extLst>
            </p:cNvPr>
            <p:cNvSpPr/>
            <p:nvPr/>
          </p:nvSpPr>
          <p:spPr>
            <a:xfrm>
              <a:off x="6601000" y="1401850"/>
              <a:ext cx="432175" cy="222575"/>
            </a:xfrm>
            <a:custGeom>
              <a:avLst/>
              <a:gdLst/>
              <a:ahLst/>
              <a:cxnLst/>
              <a:rect l="l" t="t" r="r" b="b"/>
              <a:pathLst>
                <a:path w="17287" h="8903" extrusionOk="0">
                  <a:moveTo>
                    <a:pt x="11643" y="1411"/>
                  </a:moveTo>
                  <a:cubicBezTo>
                    <a:pt x="11799" y="1411"/>
                    <a:pt x="11924" y="1540"/>
                    <a:pt x="11924" y="1696"/>
                  </a:cubicBezTo>
                  <a:lnTo>
                    <a:pt x="11924" y="2259"/>
                  </a:lnTo>
                  <a:cubicBezTo>
                    <a:pt x="11924" y="2415"/>
                    <a:pt x="11799" y="2540"/>
                    <a:pt x="11643" y="2540"/>
                  </a:cubicBezTo>
                  <a:cubicBezTo>
                    <a:pt x="11487" y="2540"/>
                    <a:pt x="11358" y="2415"/>
                    <a:pt x="11358" y="2259"/>
                  </a:cubicBezTo>
                  <a:lnTo>
                    <a:pt x="11358" y="1696"/>
                  </a:lnTo>
                  <a:cubicBezTo>
                    <a:pt x="11358" y="1540"/>
                    <a:pt x="11487" y="1411"/>
                    <a:pt x="11643" y="1411"/>
                  </a:cubicBezTo>
                  <a:close/>
                  <a:moveTo>
                    <a:pt x="11643" y="3106"/>
                  </a:moveTo>
                  <a:cubicBezTo>
                    <a:pt x="11799" y="3106"/>
                    <a:pt x="11924" y="3232"/>
                    <a:pt x="11924" y="3388"/>
                  </a:cubicBezTo>
                  <a:lnTo>
                    <a:pt x="11924" y="3951"/>
                  </a:lnTo>
                  <a:cubicBezTo>
                    <a:pt x="11924" y="4107"/>
                    <a:pt x="11799" y="4236"/>
                    <a:pt x="11643" y="4236"/>
                  </a:cubicBezTo>
                  <a:cubicBezTo>
                    <a:pt x="11487" y="4236"/>
                    <a:pt x="11358" y="4107"/>
                    <a:pt x="11358" y="3951"/>
                  </a:cubicBezTo>
                  <a:lnTo>
                    <a:pt x="11358" y="3388"/>
                  </a:lnTo>
                  <a:cubicBezTo>
                    <a:pt x="11358" y="3232"/>
                    <a:pt x="11487" y="3106"/>
                    <a:pt x="11643" y="3106"/>
                  </a:cubicBezTo>
                  <a:close/>
                  <a:moveTo>
                    <a:pt x="11643" y="4799"/>
                  </a:moveTo>
                  <a:cubicBezTo>
                    <a:pt x="11799" y="4799"/>
                    <a:pt x="11924" y="4925"/>
                    <a:pt x="11924" y="5081"/>
                  </a:cubicBezTo>
                  <a:lnTo>
                    <a:pt x="11924" y="5647"/>
                  </a:lnTo>
                  <a:cubicBezTo>
                    <a:pt x="11924" y="5802"/>
                    <a:pt x="11799" y="5928"/>
                    <a:pt x="11643" y="5928"/>
                  </a:cubicBezTo>
                  <a:cubicBezTo>
                    <a:pt x="11487" y="5928"/>
                    <a:pt x="11358" y="5802"/>
                    <a:pt x="11358" y="5647"/>
                  </a:cubicBezTo>
                  <a:lnTo>
                    <a:pt x="11358" y="5081"/>
                  </a:lnTo>
                  <a:cubicBezTo>
                    <a:pt x="11358" y="4925"/>
                    <a:pt x="11487" y="4799"/>
                    <a:pt x="11643" y="4799"/>
                  </a:cubicBezTo>
                  <a:close/>
                  <a:moveTo>
                    <a:pt x="11643" y="6491"/>
                  </a:moveTo>
                  <a:cubicBezTo>
                    <a:pt x="11799" y="6491"/>
                    <a:pt x="11924" y="6620"/>
                    <a:pt x="11924" y="6776"/>
                  </a:cubicBezTo>
                  <a:lnTo>
                    <a:pt x="11924" y="7339"/>
                  </a:lnTo>
                  <a:cubicBezTo>
                    <a:pt x="11924" y="7495"/>
                    <a:pt x="11799" y="7621"/>
                    <a:pt x="11643" y="7621"/>
                  </a:cubicBezTo>
                  <a:cubicBezTo>
                    <a:pt x="11487" y="7621"/>
                    <a:pt x="11358" y="7495"/>
                    <a:pt x="11358" y="7339"/>
                  </a:cubicBezTo>
                  <a:lnTo>
                    <a:pt x="11358" y="6776"/>
                  </a:lnTo>
                  <a:cubicBezTo>
                    <a:pt x="11358" y="6620"/>
                    <a:pt x="11487" y="6491"/>
                    <a:pt x="11643" y="6491"/>
                  </a:cubicBezTo>
                  <a:close/>
                  <a:moveTo>
                    <a:pt x="635" y="0"/>
                  </a:moveTo>
                  <a:cubicBezTo>
                    <a:pt x="536" y="0"/>
                    <a:pt x="440" y="17"/>
                    <a:pt x="353" y="49"/>
                  </a:cubicBezTo>
                  <a:lnTo>
                    <a:pt x="0" y="848"/>
                  </a:lnTo>
                  <a:lnTo>
                    <a:pt x="0" y="8031"/>
                  </a:lnTo>
                  <a:cubicBezTo>
                    <a:pt x="0" y="8498"/>
                    <a:pt x="380" y="8878"/>
                    <a:pt x="848" y="8878"/>
                  </a:cubicBezTo>
                  <a:lnTo>
                    <a:pt x="10508" y="8878"/>
                  </a:lnTo>
                  <a:cubicBezTo>
                    <a:pt x="10626" y="8878"/>
                    <a:pt x="10741" y="8810"/>
                    <a:pt x="10779" y="8698"/>
                  </a:cubicBezTo>
                  <a:cubicBezTo>
                    <a:pt x="10853" y="8474"/>
                    <a:pt x="11394" y="8468"/>
                    <a:pt x="11643" y="8468"/>
                  </a:cubicBezTo>
                  <a:cubicBezTo>
                    <a:pt x="11892" y="8468"/>
                    <a:pt x="12660" y="8630"/>
                    <a:pt x="12737" y="8854"/>
                  </a:cubicBezTo>
                  <a:cubicBezTo>
                    <a:pt x="12748" y="8890"/>
                    <a:pt x="12768" y="8902"/>
                    <a:pt x="12793" y="8902"/>
                  </a:cubicBezTo>
                  <a:cubicBezTo>
                    <a:pt x="12847" y="8902"/>
                    <a:pt x="12926" y="8848"/>
                    <a:pt x="13007" y="8848"/>
                  </a:cubicBezTo>
                  <a:lnTo>
                    <a:pt x="16439" y="8848"/>
                  </a:lnTo>
                  <a:lnTo>
                    <a:pt x="17237" y="8468"/>
                  </a:lnTo>
                  <a:cubicBezTo>
                    <a:pt x="17270" y="8381"/>
                    <a:pt x="17286" y="8285"/>
                    <a:pt x="17286" y="8187"/>
                  </a:cubicBezTo>
                  <a:lnTo>
                    <a:pt x="17286" y="848"/>
                  </a:lnTo>
                  <a:cubicBezTo>
                    <a:pt x="17286" y="380"/>
                    <a:pt x="16906" y="0"/>
                    <a:pt x="16439" y="0"/>
                  </a:cubicBezTo>
                  <a:lnTo>
                    <a:pt x="12447" y="0"/>
                  </a:lnTo>
                  <a:cubicBezTo>
                    <a:pt x="12329" y="0"/>
                    <a:pt x="12214" y="69"/>
                    <a:pt x="12179" y="181"/>
                  </a:cubicBezTo>
                  <a:cubicBezTo>
                    <a:pt x="12102" y="405"/>
                    <a:pt x="11892" y="566"/>
                    <a:pt x="11643" y="566"/>
                  </a:cubicBezTo>
                  <a:cubicBezTo>
                    <a:pt x="11394" y="566"/>
                    <a:pt x="11181" y="405"/>
                    <a:pt x="11107" y="181"/>
                  </a:cubicBezTo>
                  <a:cubicBezTo>
                    <a:pt x="11069" y="69"/>
                    <a:pt x="10954" y="0"/>
                    <a:pt x="108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897;p48">
              <a:extLst>
                <a:ext uri="{FF2B5EF4-FFF2-40B4-BE49-F238E27FC236}">
                  <a16:creationId xmlns:a16="http://schemas.microsoft.com/office/drawing/2014/main" id="{AEB17E28-6481-C65C-C568-5746DDBC5F5C}"/>
                </a:ext>
              </a:extLst>
            </p:cNvPr>
            <p:cNvSpPr/>
            <p:nvPr/>
          </p:nvSpPr>
          <p:spPr>
            <a:xfrm>
              <a:off x="6595650" y="1403075"/>
              <a:ext cx="296425" cy="224575"/>
            </a:xfrm>
            <a:custGeom>
              <a:avLst/>
              <a:gdLst/>
              <a:ahLst/>
              <a:cxnLst/>
              <a:rect l="l" t="t" r="r" b="b"/>
              <a:pathLst>
                <a:path w="11857" h="8983" extrusionOk="0">
                  <a:moveTo>
                    <a:pt x="567" y="0"/>
                  </a:moveTo>
                  <a:cubicBezTo>
                    <a:pt x="239" y="115"/>
                    <a:pt x="1" y="430"/>
                    <a:pt x="1" y="799"/>
                  </a:cubicBezTo>
                  <a:lnTo>
                    <a:pt x="1" y="8138"/>
                  </a:lnTo>
                  <a:cubicBezTo>
                    <a:pt x="1" y="8605"/>
                    <a:pt x="381" y="8983"/>
                    <a:pt x="849" y="8983"/>
                  </a:cubicBezTo>
                  <a:lnTo>
                    <a:pt x="11050" y="8983"/>
                  </a:lnTo>
                  <a:cubicBezTo>
                    <a:pt x="11168" y="8983"/>
                    <a:pt x="11283" y="8917"/>
                    <a:pt x="11321" y="8805"/>
                  </a:cubicBezTo>
                  <a:cubicBezTo>
                    <a:pt x="11395" y="8581"/>
                    <a:pt x="11608" y="8419"/>
                    <a:pt x="11857" y="8419"/>
                  </a:cubicBezTo>
                  <a:lnTo>
                    <a:pt x="1696" y="8419"/>
                  </a:lnTo>
                  <a:cubicBezTo>
                    <a:pt x="1073" y="8419"/>
                    <a:pt x="567" y="7914"/>
                    <a:pt x="567" y="7290"/>
                  </a:cubicBez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898;p48">
              <a:extLst>
                <a:ext uri="{FF2B5EF4-FFF2-40B4-BE49-F238E27FC236}">
                  <a16:creationId xmlns:a16="http://schemas.microsoft.com/office/drawing/2014/main" id="{736F391F-C1EC-7550-CBCE-3FBE06DD7B04}"/>
                </a:ext>
              </a:extLst>
            </p:cNvPr>
            <p:cNvSpPr/>
            <p:nvPr/>
          </p:nvSpPr>
          <p:spPr>
            <a:xfrm>
              <a:off x="6892050" y="1613550"/>
              <a:ext cx="139950" cy="14175"/>
            </a:xfrm>
            <a:custGeom>
              <a:avLst/>
              <a:gdLst/>
              <a:ahLst/>
              <a:cxnLst/>
              <a:rect l="l" t="t" r="r" b="b"/>
              <a:pathLst>
                <a:path w="5598" h="567" extrusionOk="0">
                  <a:moveTo>
                    <a:pt x="1" y="0"/>
                  </a:moveTo>
                  <a:cubicBezTo>
                    <a:pt x="250" y="0"/>
                    <a:pt x="460" y="162"/>
                    <a:pt x="537" y="386"/>
                  </a:cubicBezTo>
                  <a:cubicBezTo>
                    <a:pt x="572" y="498"/>
                    <a:pt x="687" y="566"/>
                    <a:pt x="807" y="566"/>
                  </a:cubicBezTo>
                  <a:lnTo>
                    <a:pt x="4800" y="566"/>
                  </a:lnTo>
                  <a:cubicBezTo>
                    <a:pt x="5166" y="566"/>
                    <a:pt x="5480" y="328"/>
                    <a:pt x="5598" y="0"/>
                  </a:cubicBezTo>
                  <a:close/>
                </a:path>
              </a:pathLst>
            </a:custGeom>
            <a:solidFill>
              <a:srgbClr val="DAD8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899;p48">
              <a:extLst>
                <a:ext uri="{FF2B5EF4-FFF2-40B4-BE49-F238E27FC236}">
                  <a16:creationId xmlns:a16="http://schemas.microsoft.com/office/drawing/2014/main" id="{4DCBF35C-54F2-64BD-EE13-A8BD2F30A32B}"/>
                </a:ext>
              </a:extLst>
            </p:cNvPr>
            <p:cNvSpPr/>
            <p:nvPr/>
          </p:nvSpPr>
          <p:spPr>
            <a:xfrm>
              <a:off x="6807375" y="1458300"/>
              <a:ext cx="49425" cy="28275"/>
            </a:xfrm>
            <a:custGeom>
              <a:avLst/>
              <a:gdLst/>
              <a:ahLst/>
              <a:cxnLst/>
              <a:rect l="l" t="t" r="r" b="b"/>
              <a:pathLst>
                <a:path w="1977" h="1131" extrusionOk="0">
                  <a:moveTo>
                    <a:pt x="566" y="1"/>
                  </a:moveTo>
                  <a:cubicBezTo>
                    <a:pt x="254" y="1"/>
                    <a:pt x="0" y="252"/>
                    <a:pt x="0" y="564"/>
                  </a:cubicBezTo>
                  <a:cubicBezTo>
                    <a:pt x="0" y="876"/>
                    <a:pt x="252" y="1130"/>
                    <a:pt x="566" y="1130"/>
                  </a:cubicBezTo>
                  <a:lnTo>
                    <a:pt x="1411" y="1130"/>
                  </a:lnTo>
                  <a:cubicBezTo>
                    <a:pt x="1723" y="1130"/>
                    <a:pt x="1977" y="876"/>
                    <a:pt x="1977" y="564"/>
                  </a:cubicBezTo>
                  <a:cubicBezTo>
                    <a:pt x="1977" y="252"/>
                    <a:pt x="1723" y="1"/>
                    <a:pt x="1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900;p48">
              <a:extLst>
                <a:ext uri="{FF2B5EF4-FFF2-40B4-BE49-F238E27FC236}">
                  <a16:creationId xmlns:a16="http://schemas.microsoft.com/office/drawing/2014/main" id="{D3FA02F9-8326-BCEA-AD1A-B2591BEAC907}"/>
                </a:ext>
              </a:extLst>
            </p:cNvPr>
            <p:cNvSpPr/>
            <p:nvPr/>
          </p:nvSpPr>
          <p:spPr>
            <a:xfrm>
              <a:off x="6807375" y="1507725"/>
              <a:ext cx="49425" cy="14100"/>
            </a:xfrm>
            <a:custGeom>
              <a:avLst/>
              <a:gdLst/>
              <a:ahLst/>
              <a:cxnLst/>
              <a:rect l="l" t="t" r="r" b="b"/>
              <a:pathLst>
                <a:path w="1977" h="564" extrusionOk="0">
                  <a:moveTo>
                    <a:pt x="282" y="1"/>
                  </a:moveTo>
                  <a:cubicBezTo>
                    <a:pt x="126" y="1"/>
                    <a:pt x="0" y="126"/>
                    <a:pt x="0" y="282"/>
                  </a:cubicBezTo>
                  <a:cubicBezTo>
                    <a:pt x="0" y="438"/>
                    <a:pt x="126" y="564"/>
                    <a:pt x="282" y="564"/>
                  </a:cubicBezTo>
                  <a:lnTo>
                    <a:pt x="1693" y="564"/>
                  </a:lnTo>
                  <a:cubicBezTo>
                    <a:pt x="1851" y="564"/>
                    <a:pt x="1977" y="438"/>
                    <a:pt x="1977" y="282"/>
                  </a:cubicBezTo>
                  <a:cubicBezTo>
                    <a:pt x="1977" y="126"/>
                    <a:pt x="1851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01;p48">
              <a:extLst>
                <a:ext uri="{FF2B5EF4-FFF2-40B4-BE49-F238E27FC236}">
                  <a16:creationId xmlns:a16="http://schemas.microsoft.com/office/drawing/2014/main" id="{AE47D437-1690-5968-4989-668C7E76302E}"/>
                </a:ext>
              </a:extLst>
            </p:cNvPr>
            <p:cNvSpPr/>
            <p:nvPr/>
          </p:nvSpPr>
          <p:spPr>
            <a:xfrm>
              <a:off x="6927325" y="1507725"/>
              <a:ext cx="70575" cy="14100"/>
            </a:xfrm>
            <a:custGeom>
              <a:avLst/>
              <a:gdLst/>
              <a:ahLst/>
              <a:cxnLst/>
              <a:rect l="l" t="t" r="r" b="b"/>
              <a:pathLst>
                <a:path w="2823" h="564" extrusionOk="0">
                  <a:moveTo>
                    <a:pt x="282" y="1"/>
                  </a:moveTo>
                  <a:cubicBezTo>
                    <a:pt x="127" y="1"/>
                    <a:pt x="1" y="126"/>
                    <a:pt x="1" y="282"/>
                  </a:cubicBezTo>
                  <a:cubicBezTo>
                    <a:pt x="1" y="438"/>
                    <a:pt x="127" y="564"/>
                    <a:pt x="282" y="564"/>
                  </a:cubicBezTo>
                  <a:lnTo>
                    <a:pt x="2541" y="564"/>
                  </a:lnTo>
                  <a:cubicBezTo>
                    <a:pt x="2697" y="564"/>
                    <a:pt x="2823" y="438"/>
                    <a:pt x="2823" y="282"/>
                  </a:cubicBezTo>
                  <a:cubicBezTo>
                    <a:pt x="2823" y="126"/>
                    <a:pt x="2697" y="1"/>
                    <a:pt x="25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02;p48">
              <a:extLst>
                <a:ext uri="{FF2B5EF4-FFF2-40B4-BE49-F238E27FC236}">
                  <a16:creationId xmlns:a16="http://schemas.microsoft.com/office/drawing/2014/main" id="{9A2D08D5-0903-F201-01F8-5808462E2581}"/>
                </a:ext>
              </a:extLst>
            </p:cNvPr>
            <p:cNvSpPr/>
            <p:nvPr/>
          </p:nvSpPr>
          <p:spPr>
            <a:xfrm>
              <a:off x="6927325" y="1479500"/>
              <a:ext cx="70575" cy="14100"/>
            </a:xfrm>
            <a:custGeom>
              <a:avLst/>
              <a:gdLst/>
              <a:ahLst/>
              <a:cxnLst/>
              <a:rect l="l" t="t" r="r" b="b"/>
              <a:pathLst>
                <a:path w="2823" h="564" extrusionOk="0">
                  <a:moveTo>
                    <a:pt x="282" y="0"/>
                  </a:moveTo>
                  <a:cubicBezTo>
                    <a:pt x="127" y="0"/>
                    <a:pt x="1" y="126"/>
                    <a:pt x="1" y="282"/>
                  </a:cubicBezTo>
                  <a:cubicBezTo>
                    <a:pt x="1" y="438"/>
                    <a:pt x="127" y="564"/>
                    <a:pt x="282" y="564"/>
                  </a:cubicBezTo>
                  <a:lnTo>
                    <a:pt x="2541" y="564"/>
                  </a:lnTo>
                  <a:cubicBezTo>
                    <a:pt x="2697" y="564"/>
                    <a:pt x="2823" y="438"/>
                    <a:pt x="2823" y="282"/>
                  </a:cubicBezTo>
                  <a:cubicBezTo>
                    <a:pt x="2823" y="126"/>
                    <a:pt x="2697" y="0"/>
                    <a:pt x="2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03;p48">
              <a:extLst>
                <a:ext uri="{FF2B5EF4-FFF2-40B4-BE49-F238E27FC236}">
                  <a16:creationId xmlns:a16="http://schemas.microsoft.com/office/drawing/2014/main" id="{58501771-8BE0-6B13-F58A-9C7829DE9F8B}"/>
                </a:ext>
              </a:extLst>
            </p:cNvPr>
            <p:cNvSpPr/>
            <p:nvPr/>
          </p:nvSpPr>
          <p:spPr>
            <a:xfrm>
              <a:off x="6927325" y="1451275"/>
              <a:ext cx="70575" cy="14100"/>
            </a:xfrm>
            <a:custGeom>
              <a:avLst/>
              <a:gdLst/>
              <a:ahLst/>
              <a:cxnLst/>
              <a:rect l="l" t="t" r="r" b="b"/>
              <a:pathLst>
                <a:path w="2823" h="564" extrusionOk="0">
                  <a:moveTo>
                    <a:pt x="282" y="0"/>
                  </a:moveTo>
                  <a:cubicBezTo>
                    <a:pt x="127" y="0"/>
                    <a:pt x="1" y="126"/>
                    <a:pt x="1" y="282"/>
                  </a:cubicBezTo>
                  <a:cubicBezTo>
                    <a:pt x="1" y="438"/>
                    <a:pt x="127" y="563"/>
                    <a:pt x="282" y="563"/>
                  </a:cubicBezTo>
                  <a:lnTo>
                    <a:pt x="2541" y="563"/>
                  </a:lnTo>
                  <a:cubicBezTo>
                    <a:pt x="2697" y="563"/>
                    <a:pt x="2823" y="438"/>
                    <a:pt x="2823" y="282"/>
                  </a:cubicBezTo>
                  <a:cubicBezTo>
                    <a:pt x="2823" y="126"/>
                    <a:pt x="2697" y="0"/>
                    <a:pt x="2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04;p48">
              <a:extLst>
                <a:ext uri="{FF2B5EF4-FFF2-40B4-BE49-F238E27FC236}">
                  <a16:creationId xmlns:a16="http://schemas.microsoft.com/office/drawing/2014/main" id="{D29905BD-CF4E-1DF7-FCF0-16A359B84566}"/>
                </a:ext>
              </a:extLst>
            </p:cNvPr>
            <p:cNvSpPr/>
            <p:nvPr/>
          </p:nvSpPr>
          <p:spPr>
            <a:xfrm>
              <a:off x="6927325" y="1535900"/>
              <a:ext cx="70575" cy="14175"/>
            </a:xfrm>
            <a:custGeom>
              <a:avLst/>
              <a:gdLst/>
              <a:ahLst/>
              <a:cxnLst/>
              <a:rect l="l" t="t" r="r" b="b"/>
              <a:pathLst>
                <a:path w="2823" h="567" extrusionOk="0">
                  <a:moveTo>
                    <a:pt x="282" y="0"/>
                  </a:moveTo>
                  <a:cubicBezTo>
                    <a:pt x="127" y="0"/>
                    <a:pt x="1" y="129"/>
                    <a:pt x="1" y="285"/>
                  </a:cubicBezTo>
                  <a:cubicBezTo>
                    <a:pt x="1" y="440"/>
                    <a:pt x="127" y="566"/>
                    <a:pt x="282" y="566"/>
                  </a:cubicBezTo>
                  <a:lnTo>
                    <a:pt x="2541" y="566"/>
                  </a:lnTo>
                  <a:cubicBezTo>
                    <a:pt x="2697" y="566"/>
                    <a:pt x="2823" y="440"/>
                    <a:pt x="2823" y="285"/>
                  </a:cubicBezTo>
                  <a:cubicBezTo>
                    <a:pt x="2823" y="129"/>
                    <a:pt x="2697" y="0"/>
                    <a:pt x="2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5;p48">
              <a:extLst>
                <a:ext uri="{FF2B5EF4-FFF2-40B4-BE49-F238E27FC236}">
                  <a16:creationId xmlns:a16="http://schemas.microsoft.com/office/drawing/2014/main" id="{351434FB-8842-E554-9A21-1FA55CDF0374}"/>
                </a:ext>
              </a:extLst>
            </p:cNvPr>
            <p:cNvSpPr/>
            <p:nvPr/>
          </p:nvSpPr>
          <p:spPr>
            <a:xfrm>
              <a:off x="6927325" y="1564125"/>
              <a:ext cx="70575" cy="14175"/>
            </a:xfrm>
            <a:custGeom>
              <a:avLst/>
              <a:gdLst/>
              <a:ahLst/>
              <a:cxnLst/>
              <a:rect l="l" t="t" r="r" b="b"/>
              <a:pathLst>
                <a:path w="2823" h="567" extrusionOk="0">
                  <a:moveTo>
                    <a:pt x="282" y="0"/>
                  </a:moveTo>
                  <a:cubicBezTo>
                    <a:pt x="127" y="0"/>
                    <a:pt x="1" y="129"/>
                    <a:pt x="1" y="285"/>
                  </a:cubicBezTo>
                  <a:cubicBezTo>
                    <a:pt x="1" y="441"/>
                    <a:pt x="127" y="566"/>
                    <a:pt x="282" y="566"/>
                  </a:cubicBezTo>
                  <a:lnTo>
                    <a:pt x="2541" y="566"/>
                  </a:lnTo>
                  <a:cubicBezTo>
                    <a:pt x="2697" y="566"/>
                    <a:pt x="2823" y="441"/>
                    <a:pt x="2823" y="285"/>
                  </a:cubicBezTo>
                  <a:cubicBezTo>
                    <a:pt x="2823" y="129"/>
                    <a:pt x="2697" y="0"/>
                    <a:pt x="2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06;p48">
              <a:extLst>
                <a:ext uri="{FF2B5EF4-FFF2-40B4-BE49-F238E27FC236}">
                  <a16:creationId xmlns:a16="http://schemas.microsoft.com/office/drawing/2014/main" id="{EAF8BDC3-338E-EAB1-C33F-7BC78D23C267}"/>
                </a:ext>
              </a:extLst>
            </p:cNvPr>
            <p:cNvSpPr/>
            <p:nvPr/>
          </p:nvSpPr>
          <p:spPr>
            <a:xfrm>
              <a:off x="6807375" y="1564125"/>
              <a:ext cx="49425" cy="14175"/>
            </a:xfrm>
            <a:custGeom>
              <a:avLst/>
              <a:gdLst/>
              <a:ahLst/>
              <a:cxnLst/>
              <a:rect l="l" t="t" r="r" b="b"/>
              <a:pathLst>
                <a:path w="1977" h="567" extrusionOk="0">
                  <a:moveTo>
                    <a:pt x="282" y="0"/>
                  </a:moveTo>
                  <a:cubicBezTo>
                    <a:pt x="126" y="0"/>
                    <a:pt x="0" y="129"/>
                    <a:pt x="0" y="285"/>
                  </a:cubicBezTo>
                  <a:cubicBezTo>
                    <a:pt x="0" y="441"/>
                    <a:pt x="126" y="566"/>
                    <a:pt x="282" y="566"/>
                  </a:cubicBezTo>
                  <a:lnTo>
                    <a:pt x="1693" y="566"/>
                  </a:lnTo>
                  <a:cubicBezTo>
                    <a:pt x="1851" y="566"/>
                    <a:pt x="1977" y="441"/>
                    <a:pt x="1977" y="285"/>
                  </a:cubicBezTo>
                  <a:cubicBezTo>
                    <a:pt x="1977" y="129"/>
                    <a:pt x="1851" y="0"/>
                    <a:pt x="1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07;p48">
              <a:extLst>
                <a:ext uri="{FF2B5EF4-FFF2-40B4-BE49-F238E27FC236}">
                  <a16:creationId xmlns:a16="http://schemas.microsoft.com/office/drawing/2014/main" id="{CF9C8C90-1A4B-2F83-8124-41DF8B3D957C}"/>
                </a:ext>
              </a:extLst>
            </p:cNvPr>
            <p:cNvSpPr/>
            <p:nvPr/>
          </p:nvSpPr>
          <p:spPr>
            <a:xfrm>
              <a:off x="6807375" y="1535900"/>
              <a:ext cx="49425" cy="14175"/>
            </a:xfrm>
            <a:custGeom>
              <a:avLst/>
              <a:gdLst/>
              <a:ahLst/>
              <a:cxnLst/>
              <a:rect l="l" t="t" r="r" b="b"/>
              <a:pathLst>
                <a:path w="1977" h="567" extrusionOk="0">
                  <a:moveTo>
                    <a:pt x="282" y="0"/>
                  </a:moveTo>
                  <a:cubicBezTo>
                    <a:pt x="126" y="0"/>
                    <a:pt x="0" y="129"/>
                    <a:pt x="0" y="285"/>
                  </a:cubicBezTo>
                  <a:cubicBezTo>
                    <a:pt x="0" y="440"/>
                    <a:pt x="126" y="566"/>
                    <a:pt x="282" y="566"/>
                  </a:cubicBezTo>
                  <a:lnTo>
                    <a:pt x="1693" y="566"/>
                  </a:lnTo>
                  <a:cubicBezTo>
                    <a:pt x="1851" y="566"/>
                    <a:pt x="1977" y="440"/>
                    <a:pt x="1977" y="285"/>
                  </a:cubicBezTo>
                  <a:cubicBezTo>
                    <a:pt x="1977" y="129"/>
                    <a:pt x="1851" y="0"/>
                    <a:pt x="1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08;p48">
              <a:extLst>
                <a:ext uri="{FF2B5EF4-FFF2-40B4-BE49-F238E27FC236}">
                  <a16:creationId xmlns:a16="http://schemas.microsoft.com/office/drawing/2014/main" id="{F84ABD35-215A-C6C3-17AD-0B78E5F2AADC}"/>
                </a:ext>
              </a:extLst>
            </p:cNvPr>
            <p:cNvSpPr/>
            <p:nvPr/>
          </p:nvSpPr>
          <p:spPr>
            <a:xfrm>
              <a:off x="6638050" y="1480375"/>
              <a:ext cx="141100" cy="60025"/>
            </a:xfrm>
            <a:custGeom>
              <a:avLst/>
              <a:gdLst/>
              <a:ahLst/>
              <a:cxnLst/>
              <a:rect l="l" t="t" r="r" b="b"/>
              <a:pathLst>
                <a:path w="5644" h="2401" extrusionOk="0">
                  <a:moveTo>
                    <a:pt x="2259" y="1"/>
                  </a:moveTo>
                  <a:lnTo>
                    <a:pt x="230" y="1488"/>
                  </a:lnTo>
                  <a:cubicBezTo>
                    <a:pt x="85" y="1595"/>
                    <a:pt x="0" y="1765"/>
                    <a:pt x="0" y="1945"/>
                  </a:cubicBezTo>
                  <a:lnTo>
                    <a:pt x="0" y="2240"/>
                  </a:lnTo>
                  <a:cubicBezTo>
                    <a:pt x="0" y="2333"/>
                    <a:pt x="74" y="2401"/>
                    <a:pt x="158" y="2401"/>
                  </a:cubicBezTo>
                  <a:cubicBezTo>
                    <a:pt x="176" y="2401"/>
                    <a:pt x="195" y="2398"/>
                    <a:pt x="213" y="2391"/>
                  </a:cubicBezTo>
                  <a:lnTo>
                    <a:pt x="2259" y="1658"/>
                  </a:lnTo>
                  <a:lnTo>
                    <a:pt x="3388" y="1658"/>
                  </a:lnTo>
                  <a:lnTo>
                    <a:pt x="5431" y="2391"/>
                  </a:lnTo>
                  <a:cubicBezTo>
                    <a:pt x="5449" y="2398"/>
                    <a:pt x="5468" y="2401"/>
                    <a:pt x="5486" y="2401"/>
                  </a:cubicBezTo>
                  <a:cubicBezTo>
                    <a:pt x="5570" y="2401"/>
                    <a:pt x="5644" y="2333"/>
                    <a:pt x="5644" y="2240"/>
                  </a:cubicBezTo>
                  <a:lnTo>
                    <a:pt x="5644" y="1945"/>
                  </a:lnTo>
                  <a:cubicBezTo>
                    <a:pt x="5644" y="1765"/>
                    <a:pt x="5559" y="1595"/>
                    <a:pt x="5414" y="1488"/>
                  </a:cubicBezTo>
                  <a:lnTo>
                    <a:pt x="33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09;p48">
              <a:extLst>
                <a:ext uri="{FF2B5EF4-FFF2-40B4-BE49-F238E27FC236}">
                  <a16:creationId xmlns:a16="http://schemas.microsoft.com/office/drawing/2014/main" id="{0B83DF86-FB46-EB86-0107-9D9734C92C09}"/>
                </a:ext>
              </a:extLst>
            </p:cNvPr>
            <p:cNvSpPr/>
            <p:nvPr/>
          </p:nvSpPr>
          <p:spPr>
            <a:xfrm>
              <a:off x="6680350" y="1444175"/>
              <a:ext cx="56500" cy="141175"/>
            </a:xfrm>
            <a:custGeom>
              <a:avLst/>
              <a:gdLst/>
              <a:ahLst/>
              <a:cxnLst/>
              <a:rect l="l" t="t" r="r" b="b"/>
              <a:pathLst>
                <a:path w="2260" h="5647" extrusionOk="0">
                  <a:moveTo>
                    <a:pt x="1131" y="0"/>
                  </a:moveTo>
                  <a:cubicBezTo>
                    <a:pt x="818" y="0"/>
                    <a:pt x="567" y="255"/>
                    <a:pt x="567" y="566"/>
                  </a:cubicBezTo>
                  <a:lnTo>
                    <a:pt x="567" y="4517"/>
                  </a:lnTo>
                  <a:lnTo>
                    <a:pt x="168" y="4916"/>
                  </a:lnTo>
                  <a:cubicBezTo>
                    <a:pt x="61" y="5023"/>
                    <a:pt x="1" y="5165"/>
                    <a:pt x="1" y="5315"/>
                  </a:cubicBezTo>
                  <a:lnTo>
                    <a:pt x="1" y="5364"/>
                  </a:lnTo>
                  <a:cubicBezTo>
                    <a:pt x="1" y="5520"/>
                    <a:pt x="127" y="5646"/>
                    <a:pt x="282" y="5646"/>
                  </a:cubicBezTo>
                  <a:lnTo>
                    <a:pt x="1978" y="5646"/>
                  </a:lnTo>
                  <a:cubicBezTo>
                    <a:pt x="2133" y="5646"/>
                    <a:pt x="2259" y="5520"/>
                    <a:pt x="2259" y="5364"/>
                  </a:cubicBezTo>
                  <a:lnTo>
                    <a:pt x="2259" y="5315"/>
                  </a:lnTo>
                  <a:cubicBezTo>
                    <a:pt x="2259" y="5165"/>
                    <a:pt x="2199" y="5023"/>
                    <a:pt x="2092" y="4916"/>
                  </a:cubicBezTo>
                  <a:lnTo>
                    <a:pt x="1693" y="4517"/>
                  </a:lnTo>
                  <a:lnTo>
                    <a:pt x="1693" y="596"/>
                  </a:lnTo>
                  <a:cubicBezTo>
                    <a:pt x="1693" y="314"/>
                    <a:pt x="1502" y="54"/>
                    <a:pt x="1226" y="8"/>
                  </a:cubicBezTo>
                  <a:cubicBezTo>
                    <a:pt x="1194" y="3"/>
                    <a:pt x="1162" y="0"/>
                    <a:pt x="11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2729;p48">
            <a:extLst>
              <a:ext uri="{FF2B5EF4-FFF2-40B4-BE49-F238E27FC236}">
                <a16:creationId xmlns:a16="http://schemas.microsoft.com/office/drawing/2014/main" id="{87CBABEF-1F96-037E-1E4E-1CB33A86F630}"/>
              </a:ext>
            </a:extLst>
          </p:cNvPr>
          <p:cNvGrpSpPr>
            <a:grpSpLocks noChangeAspect="1"/>
          </p:cNvGrpSpPr>
          <p:nvPr/>
        </p:nvGrpSpPr>
        <p:grpSpPr>
          <a:xfrm>
            <a:off x="1672182" y="1520723"/>
            <a:ext cx="723599" cy="633134"/>
            <a:chOff x="3779200" y="2810075"/>
            <a:chExt cx="437525" cy="382825"/>
          </a:xfrm>
        </p:grpSpPr>
        <p:sp>
          <p:nvSpPr>
            <p:cNvPr id="18" name="Google Shape;2730;p48">
              <a:extLst>
                <a:ext uri="{FF2B5EF4-FFF2-40B4-BE49-F238E27FC236}">
                  <a16:creationId xmlns:a16="http://schemas.microsoft.com/office/drawing/2014/main" id="{669E4268-8028-EE39-4DCB-F9A7C856EFBD}"/>
                </a:ext>
              </a:extLst>
            </p:cNvPr>
            <p:cNvSpPr/>
            <p:nvPr/>
          </p:nvSpPr>
          <p:spPr>
            <a:xfrm>
              <a:off x="3861225" y="2810075"/>
              <a:ext cx="13700" cy="68375"/>
            </a:xfrm>
            <a:custGeom>
              <a:avLst/>
              <a:gdLst/>
              <a:ahLst/>
              <a:cxnLst/>
              <a:rect l="l" t="t" r="r" b="b"/>
              <a:pathLst>
                <a:path w="548" h="2735" extrusionOk="0">
                  <a:moveTo>
                    <a:pt x="274" y="0"/>
                  </a:moveTo>
                  <a:cubicBezTo>
                    <a:pt x="124" y="0"/>
                    <a:pt x="1" y="123"/>
                    <a:pt x="1" y="274"/>
                  </a:cubicBezTo>
                  <a:lnTo>
                    <a:pt x="1" y="2734"/>
                  </a:lnTo>
                  <a:lnTo>
                    <a:pt x="548" y="2734"/>
                  </a:lnTo>
                  <a:lnTo>
                    <a:pt x="548" y="274"/>
                  </a:lnTo>
                  <a:cubicBezTo>
                    <a:pt x="548" y="123"/>
                    <a:pt x="425" y="0"/>
                    <a:pt x="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31;p48">
              <a:extLst>
                <a:ext uri="{FF2B5EF4-FFF2-40B4-BE49-F238E27FC236}">
                  <a16:creationId xmlns:a16="http://schemas.microsoft.com/office/drawing/2014/main" id="{656E5F9A-E4BB-CB47-EEEE-54439294C43A}"/>
                </a:ext>
              </a:extLst>
            </p:cNvPr>
            <p:cNvSpPr/>
            <p:nvPr/>
          </p:nvSpPr>
          <p:spPr>
            <a:xfrm>
              <a:off x="3841475" y="2871600"/>
              <a:ext cx="53150" cy="34200"/>
            </a:xfrm>
            <a:custGeom>
              <a:avLst/>
              <a:gdLst/>
              <a:ahLst/>
              <a:cxnLst/>
              <a:rect l="l" t="t" r="r" b="b"/>
              <a:pathLst>
                <a:path w="2126" h="1368" extrusionOk="0">
                  <a:moveTo>
                    <a:pt x="304" y="0"/>
                  </a:moveTo>
                  <a:cubicBezTo>
                    <a:pt x="132" y="0"/>
                    <a:pt x="1" y="159"/>
                    <a:pt x="36" y="328"/>
                  </a:cubicBezTo>
                  <a:lnTo>
                    <a:pt x="244" y="1367"/>
                  </a:lnTo>
                  <a:lnTo>
                    <a:pt x="1884" y="1367"/>
                  </a:lnTo>
                  <a:lnTo>
                    <a:pt x="2092" y="328"/>
                  </a:lnTo>
                  <a:cubicBezTo>
                    <a:pt x="2125" y="159"/>
                    <a:pt x="1997" y="0"/>
                    <a:pt x="18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32;p48">
              <a:extLst>
                <a:ext uri="{FF2B5EF4-FFF2-40B4-BE49-F238E27FC236}">
                  <a16:creationId xmlns:a16="http://schemas.microsoft.com/office/drawing/2014/main" id="{796B0644-C532-0D50-B3E1-717EFE2DBABC}"/>
                </a:ext>
              </a:extLst>
            </p:cNvPr>
            <p:cNvSpPr/>
            <p:nvPr/>
          </p:nvSpPr>
          <p:spPr>
            <a:xfrm>
              <a:off x="3854800" y="2946775"/>
              <a:ext cx="33800" cy="109400"/>
            </a:xfrm>
            <a:custGeom>
              <a:avLst/>
              <a:gdLst/>
              <a:ahLst/>
              <a:cxnLst/>
              <a:rect l="l" t="t" r="r" b="b"/>
              <a:pathLst>
                <a:path w="1352" h="4376" extrusionOk="0">
                  <a:moveTo>
                    <a:pt x="1" y="1"/>
                  </a:moveTo>
                  <a:lnTo>
                    <a:pt x="1" y="4376"/>
                  </a:lnTo>
                  <a:lnTo>
                    <a:pt x="1351" y="4376"/>
                  </a:lnTo>
                  <a:lnTo>
                    <a:pt x="1351" y="8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33;p48">
              <a:extLst>
                <a:ext uri="{FF2B5EF4-FFF2-40B4-BE49-F238E27FC236}">
                  <a16:creationId xmlns:a16="http://schemas.microsoft.com/office/drawing/2014/main" id="{873900EE-F337-ABF2-C3EF-BDE80220B61D}"/>
                </a:ext>
              </a:extLst>
            </p:cNvPr>
            <p:cNvSpPr/>
            <p:nvPr/>
          </p:nvSpPr>
          <p:spPr>
            <a:xfrm>
              <a:off x="3847550" y="2946775"/>
              <a:ext cx="41050" cy="109400"/>
            </a:xfrm>
            <a:custGeom>
              <a:avLst/>
              <a:gdLst/>
              <a:ahLst/>
              <a:cxnLst/>
              <a:rect l="l" t="t" r="r" b="b"/>
              <a:pathLst>
                <a:path w="1642" h="4376" extrusionOk="0">
                  <a:moveTo>
                    <a:pt x="1" y="1"/>
                  </a:moveTo>
                  <a:lnTo>
                    <a:pt x="1" y="4376"/>
                  </a:lnTo>
                  <a:lnTo>
                    <a:pt x="548" y="4376"/>
                  </a:lnTo>
                  <a:lnTo>
                    <a:pt x="548" y="1368"/>
                  </a:lnTo>
                  <a:cubicBezTo>
                    <a:pt x="548" y="1067"/>
                    <a:pt x="791" y="821"/>
                    <a:pt x="1095" y="821"/>
                  </a:cubicBezTo>
                  <a:lnTo>
                    <a:pt x="1641" y="821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734;p48">
              <a:extLst>
                <a:ext uri="{FF2B5EF4-FFF2-40B4-BE49-F238E27FC236}">
                  <a16:creationId xmlns:a16="http://schemas.microsoft.com/office/drawing/2014/main" id="{3556F30C-C3DD-BED6-8D9C-09EDF1463AB4}"/>
                </a:ext>
              </a:extLst>
            </p:cNvPr>
            <p:cNvSpPr/>
            <p:nvPr/>
          </p:nvSpPr>
          <p:spPr>
            <a:xfrm>
              <a:off x="3799700" y="3063000"/>
              <a:ext cx="396500" cy="123050"/>
            </a:xfrm>
            <a:custGeom>
              <a:avLst/>
              <a:gdLst/>
              <a:ahLst/>
              <a:cxnLst/>
              <a:rect l="l" t="t" r="r" b="b"/>
              <a:pathLst>
                <a:path w="15860" h="4922" extrusionOk="0">
                  <a:moveTo>
                    <a:pt x="1095" y="0"/>
                  </a:moveTo>
                  <a:lnTo>
                    <a:pt x="1" y="1094"/>
                  </a:lnTo>
                  <a:lnTo>
                    <a:pt x="1" y="4922"/>
                  </a:lnTo>
                  <a:lnTo>
                    <a:pt x="15860" y="4922"/>
                  </a:lnTo>
                  <a:lnTo>
                    <a:pt x="15860" y="1094"/>
                  </a:lnTo>
                  <a:lnTo>
                    <a:pt x="147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735;p48">
              <a:extLst>
                <a:ext uri="{FF2B5EF4-FFF2-40B4-BE49-F238E27FC236}">
                  <a16:creationId xmlns:a16="http://schemas.microsoft.com/office/drawing/2014/main" id="{9643D95B-B69E-E748-BF70-09291FE6B35D}"/>
                </a:ext>
              </a:extLst>
            </p:cNvPr>
            <p:cNvSpPr/>
            <p:nvPr/>
          </p:nvSpPr>
          <p:spPr>
            <a:xfrm>
              <a:off x="3799700" y="3063000"/>
              <a:ext cx="396500" cy="123050"/>
            </a:xfrm>
            <a:custGeom>
              <a:avLst/>
              <a:gdLst/>
              <a:ahLst/>
              <a:cxnLst/>
              <a:rect l="l" t="t" r="r" b="b"/>
              <a:pathLst>
                <a:path w="15860" h="4922" extrusionOk="0">
                  <a:moveTo>
                    <a:pt x="548" y="0"/>
                  </a:moveTo>
                  <a:lnTo>
                    <a:pt x="1" y="547"/>
                  </a:lnTo>
                  <a:lnTo>
                    <a:pt x="1" y="1094"/>
                  </a:lnTo>
                  <a:lnTo>
                    <a:pt x="548" y="1094"/>
                  </a:lnTo>
                  <a:cubicBezTo>
                    <a:pt x="849" y="1094"/>
                    <a:pt x="1095" y="1340"/>
                    <a:pt x="1095" y="1641"/>
                  </a:cubicBezTo>
                  <a:lnTo>
                    <a:pt x="1095" y="4922"/>
                  </a:lnTo>
                  <a:lnTo>
                    <a:pt x="1641" y="4922"/>
                  </a:lnTo>
                  <a:lnTo>
                    <a:pt x="1641" y="1641"/>
                  </a:lnTo>
                  <a:cubicBezTo>
                    <a:pt x="1641" y="1337"/>
                    <a:pt x="1885" y="1094"/>
                    <a:pt x="2188" y="1094"/>
                  </a:cubicBezTo>
                  <a:lnTo>
                    <a:pt x="2735" y="1094"/>
                  </a:lnTo>
                  <a:cubicBezTo>
                    <a:pt x="3036" y="1094"/>
                    <a:pt x="3282" y="1337"/>
                    <a:pt x="3282" y="1641"/>
                  </a:cubicBezTo>
                  <a:lnTo>
                    <a:pt x="3282" y="4922"/>
                  </a:lnTo>
                  <a:lnTo>
                    <a:pt x="3829" y="4922"/>
                  </a:lnTo>
                  <a:lnTo>
                    <a:pt x="3829" y="1641"/>
                  </a:lnTo>
                  <a:cubicBezTo>
                    <a:pt x="3829" y="1337"/>
                    <a:pt x="4072" y="1094"/>
                    <a:pt x="4376" y="1094"/>
                  </a:cubicBezTo>
                  <a:lnTo>
                    <a:pt x="4923" y="1094"/>
                  </a:lnTo>
                  <a:cubicBezTo>
                    <a:pt x="5223" y="1094"/>
                    <a:pt x="5470" y="1337"/>
                    <a:pt x="5470" y="1641"/>
                  </a:cubicBezTo>
                  <a:lnTo>
                    <a:pt x="5470" y="4922"/>
                  </a:lnTo>
                  <a:lnTo>
                    <a:pt x="6016" y="4922"/>
                  </a:lnTo>
                  <a:lnTo>
                    <a:pt x="6016" y="1641"/>
                  </a:lnTo>
                  <a:cubicBezTo>
                    <a:pt x="6016" y="1337"/>
                    <a:pt x="6260" y="1094"/>
                    <a:pt x="6563" y="1094"/>
                  </a:cubicBezTo>
                  <a:lnTo>
                    <a:pt x="7110" y="1094"/>
                  </a:lnTo>
                  <a:cubicBezTo>
                    <a:pt x="7411" y="1094"/>
                    <a:pt x="7657" y="1337"/>
                    <a:pt x="7657" y="1641"/>
                  </a:cubicBezTo>
                  <a:lnTo>
                    <a:pt x="7657" y="4922"/>
                  </a:lnTo>
                  <a:lnTo>
                    <a:pt x="8204" y="4922"/>
                  </a:lnTo>
                  <a:lnTo>
                    <a:pt x="8204" y="1641"/>
                  </a:lnTo>
                  <a:cubicBezTo>
                    <a:pt x="8204" y="1337"/>
                    <a:pt x="8447" y="1094"/>
                    <a:pt x="8751" y="1094"/>
                  </a:cubicBezTo>
                  <a:lnTo>
                    <a:pt x="9298" y="1094"/>
                  </a:lnTo>
                  <a:cubicBezTo>
                    <a:pt x="9598" y="1094"/>
                    <a:pt x="9844" y="1337"/>
                    <a:pt x="9844" y="1641"/>
                  </a:cubicBezTo>
                  <a:lnTo>
                    <a:pt x="9844" y="4922"/>
                  </a:lnTo>
                  <a:lnTo>
                    <a:pt x="10391" y="4922"/>
                  </a:lnTo>
                  <a:lnTo>
                    <a:pt x="10391" y="1641"/>
                  </a:lnTo>
                  <a:cubicBezTo>
                    <a:pt x="10391" y="1337"/>
                    <a:pt x="10635" y="1094"/>
                    <a:pt x="10938" y="1094"/>
                  </a:cubicBezTo>
                  <a:lnTo>
                    <a:pt x="11485" y="1094"/>
                  </a:lnTo>
                  <a:cubicBezTo>
                    <a:pt x="11786" y="1094"/>
                    <a:pt x="12032" y="1337"/>
                    <a:pt x="12032" y="1641"/>
                  </a:cubicBezTo>
                  <a:lnTo>
                    <a:pt x="12032" y="4922"/>
                  </a:lnTo>
                  <a:lnTo>
                    <a:pt x="12579" y="4922"/>
                  </a:lnTo>
                  <a:lnTo>
                    <a:pt x="12579" y="1641"/>
                  </a:lnTo>
                  <a:cubicBezTo>
                    <a:pt x="12579" y="1337"/>
                    <a:pt x="12822" y="1094"/>
                    <a:pt x="13126" y="1094"/>
                  </a:cubicBezTo>
                  <a:lnTo>
                    <a:pt x="13672" y="1094"/>
                  </a:lnTo>
                  <a:cubicBezTo>
                    <a:pt x="13973" y="1094"/>
                    <a:pt x="14219" y="1337"/>
                    <a:pt x="14219" y="1641"/>
                  </a:cubicBezTo>
                  <a:lnTo>
                    <a:pt x="14219" y="4922"/>
                  </a:lnTo>
                  <a:lnTo>
                    <a:pt x="14766" y="4922"/>
                  </a:lnTo>
                  <a:lnTo>
                    <a:pt x="14766" y="1641"/>
                  </a:lnTo>
                  <a:cubicBezTo>
                    <a:pt x="14766" y="1337"/>
                    <a:pt x="15009" y="1094"/>
                    <a:pt x="15313" y="1094"/>
                  </a:cubicBezTo>
                  <a:lnTo>
                    <a:pt x="15860" y="1094"/>
                  </a:lnTo>
                  <a:lnTo>
                    <a:pt x="15860" y="547"/>
                  </a:lnTo>
                  <a:lnTo>
                    <a:pt x="15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736;p48">
              <a:extLst>
                <a:ext uri="{FF2B5EF4-FFF2-40B4-BE49-F238E27FC236}">
                  <a16:creationId xmlns:a16="http://schemas.microsoft.com/office/drawing/2014/main" id="{19AFDF3D-F2E7-97BB-FA89-73F3781D32AF}"/>
                </a:ext>
              </a:extLst>
            </p:cNvPr>
            <p:cNvSpPr/>
            <p:nvPr/>
          </p:nvSpPr>
          <p:spPr>
            <a:xfrm>
              <a:off x="3799700" y="3049325"/>
              <a:ext cx="396500" cy="27350"/>
            </a:xfrm>
            <a:custGeom>
              <a:avLst/>
              <a:gdLst/>
              <a:ahLst/>
              <a:cxnLst/>
              <a:rect l="l" t="t" r="r" b="b"/>
              <a:pathLst>
                <a:path w="15860" h="1094" extrusionOk="0">
                  <a:moveTo>
                    <a:pt x="1" y="0"/>
                  </a:moveTo>
                  <a:lnTo>
                    <a:pt x="1" y="1094"/>
                  </a:lnTo>
                  <a:lnTo>
                    <a:pt x="15860" y="1094"/>
                  </a:lnTo>
                  <a:lnTo>
                    <a:pt x="15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37;p48">
              <a:extLst>
                <a:ext uri="{FF2B5EF4-FFF2-40B4-BE49-F238E27FC236}">
                  <a16:creationId xmlns:a16="http://schemas.microsoft.com/office/drawing/2014/main" id="{EFEA137D-EC2A-174F-8645-017964E872CE}"/>
                </a:ext>
              </a:extLst>
            </p:cNvPr>
            <p:cNvSpPr/>
            <p:nvPr/>
          </p:nvSpPr>
          <p:spPr>
            <a:xfrm>
              <a:off x="3833900" y="2898925"/>
              <a:ext cx="87775" cy="54725"/>
            </a:xfrm>
            <a:custGeom>
              <a:avLst/>
              <a:gdLst/>
              <a:ahLst/>
              <a:cxnLst/>
              <a:rect l="l" t="t" r="r" b="b"/>
              <a:pathLst>
                <a:path w="3511" h="2189" extrusionOk="0">
                  <a:moveTo>
                    <a:pt x="547" y="1"/>
                  </a:moveTo>
                  <a:lnTo>
                    <a:pt x="0" y="1094"/>
                  </a:lnTo>
                  <a:lnTo>
                    <a:pt x="547" y="2188"/>
                  </a:lnTo>
                  <a:lnTo>
                    <a:pt x="2795" y="2188"/>
                  </a:lnTo>
                  <a:cubicBezTo>
                    <a:pt x="2920" y="2188"/>
                    <a:pt x="3030" y="2103"/>
                    <a:pt x="3060" y="1980"/>
                  </a:cubicBezTo>
                  <a:lnTo>
                    <a:pt x="3213" y="1368"/>
                  </a:lnTo>
                  <a:lnTo>
                    <a:pt x="3084" y="1062"/>
                  </a:lnTo>
                  <a:lnTo>
                    <a:pt x="3350" y="821"/>
                  </a:lnTo>
                  <a:lnTo>
                    <a:pt x="3470" y="340"/>
                  </a:lnTo>
                  <a:cubicBezTo>
                    <a:pt x="3511" y="168"/>
                    <a:pt x="3382" y="1"/>
                    <a:pt x="3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38;p48">
              <a:extLst>
                <a:ext uri="{FF2B5EF4-FFF2-40B4-BE49-F238E27FC236}">
                  <a16:creationId xmlns:a16="http://schemas.microsoft.com/office/drawing/2014/main" id="{8961C9E8-3B45-CFE6-1816-F007964C6798}"/>
                </a:ext>
              </a:extLst>
            </p:cNvPr>
            <p:cNvSpPr/>
            <p:nvPr/>
          </p:nvSpPr>
          <p:spPr>
            <a:xfrm>
              <a:off x="3814400" y="2898925"/>
              <a:ext cx="103250" cy="54725"/>
            </a:xfrm>
            <a:custGeom>
              <a:avLst/>
              <a:gdLst/>
              <a:ahLst/>
              <a:cxnLst/>
              <a:rect l="l" t="t" r="r" b="b"/>
              <a:pathLst>
                <a:path w="4130" h="2189" extrusionOk="0">
                  <a:moveTo>
                    <a:pt x="310" y="1"/>
                  </a:moveTo>
                  <a:cubicBezTo>
                    <a:pt x="132" y="1"/>
                    <a:pt x="1" y="168"/>
                    <a:pt x="45" y="340"/>
                  </a:cubicBezTo>
                  <a:lnTo>
                    <a:pt x="165" y="821"/>
                  </a:lnTo>
                  <a:lnTo>
                    <a:pt x="438" y="1094"/>
                  </a:lnTo>
                  <a:lnTo>
                    <a:pt x="302" y="1368"/>
                  </a:lnTo>
                  <a:lnTo>
                    <a:pt x="455" y="1980"/>
                  </a:lnTo>
                  <a:cubicBezTo>
                    <a:pt x="485" y="2103"/>
                    <a:pt x="594" y="2188"/>
                    <a:pt x="720" y="2188"/>
                  </a:cubicBezTo>
                  <a:lnTo>
                    <a:pt x="1327" y="2188"/>
                  </a:lnTo>
                  <a:lnTo>
                    <a:pt x="1327" y="1368"/>
                  </a:lnTo>
                  <a:lnTo>
                    <a:pt x="3993" y="1368"/>
                  </a:lnTo>
                  <a:lnTo>
                    <a:pt x="4130" y="821"/>
                  </a:lnTo>
                  <a:lnTo>
                    <a:pt x="1327" y="821"/>
                  </a:lnTo>
                  <a:lnTo>
                    <a:pt x="13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39;p48">
              <a:extLst>
                <a:ext uri="{FF2B5EF4-FFF2-40B4-BE49-F238E27FC236}">
                  <a16:creationId xmlns:a16="http://schemas.microsoft.com/office/drawing/2014/main" id="{DF412E08-4D65-9DE9-EC49-C56161A982FB}"/>
                </a:ext>
              </a:extLst>
            </p:cNvPr>
            <p:cNvSpPr/>
            <p:nvPr/>
          </p:nvSpPr>
          <p:spPr>
            <a:xfrm>
              <a:off x="3779200" y="3042475"/>
              <a:ext cx="437525" cy="13700"/>
            </a:xfrm>
            <a:custGeom>
              <a:avLst/>
              <a:gdLst/>
              <a:ahLst/>
              <a:cxnLst/>
              <a:rect l="l" t="t" r="r" b="b"/>
              <a:pathLst>
                <a:path w="17501" h="548" extrusionOk="0">
                  <a:moveTo>
                    <a:pt x="274" y="1"/>
                  </a:moveTo>
                  <a:cubicBezTo>
                    <a:pt x="124" y="1"/>
                    <a:pt x="1" y="124"/>
                    <a:pt x="1" y="274"/>
                  </a:cubicBezTo>
                  <a:cubicBezTo>
                    <a:pt x="1" y="425"/>
                    <a:pt x="124" y="548"/>
                    <a:pt x="274" y="548"/>
                  </a:cubicBezTo>
                  <a:lnTo>
                    <a:pt x="17227" y="548"/>
                  </a:lnTo>
                  <a:cubicBezTo>
                    <a:pt x="17377" y="548"/>
                    <a:pt x="17500" y="425"/>
                    <a:pt x="17500" y="274"/>
                  </a:cubicBezTo>
                  <a:cubicBezTo>
                    <a:pt x="17500" y="124"/>
                    <a:pt x="17377" y="1"/>
                    <a:pt x="172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40;p48">
              <a:extLst>
                <a:ext uri="{FF2B5EF4-FFF2-40B4-BE49-F238E27FC236}">
                  <a16:creationId xmlns:a16="http://schemas.microsoft.com/office/drawing/2014/main" id="{CF30D4AB-F39D-E889-F139-D10C56182409}"/>
                </a:ext>
              </a:extLst>
            </p:cNvPr>
            <p:cNvSpPr/>
            <p:nvPr/>
          </p:nvSpPr>
          <p:spPr>
            <a:xfrm>
              <a:off x="3779200" y="3179200"/>
              <a:ext cx="437525" cy="13700"/>
            </a:xfrm>
            <a:custGeom>
              <a:avLst/>
              <a:gdLst/>
              <a:ahLst/>
              <a:cxnLst/>
              <a:rect l="l" t="t" r="r" b="b"/>
              <a:pathLst>
                <a:path w="17501" h="548" extrusionOk="0">
                  <a:moveTo>
                    <a:pt x="274" y="0"/>
                  </a:moveTo>
                  <a:cubicBezTo>
                    <a:pt x="124" y="0"/>
                    <a:pt x="1" y="123"/>
                    <a:pt x="1" y="274"/>
                  </a:cubicBezTo>
                  <a:cubicBezTo>
                    <a:pt x="1" y="424"/>
                    <a:pt x="124" y="547"/>
                    <a:pt x="274" y="547"/>
                  </a:cubicBezTo>
                  <a:lnTo>
                    <a:pt x="17227" y="547"/>
                  </a:lnTo>
                  <a:cubicBezTo>
                    <a:pt x="17377" y="547"/>
                    <a:pt x="17500" y="424"/>
                    <a:pt x="17500" y="274"/>
                  </a:cubicBezTo>
                  <a:cubicBezTo>
                    <a:pt x="17500" y="123"/>
                    <a:pt x="17377" y="0"/>
                    <a:pt x="1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41;p48">
              <a:extLst>
                <a:ext uri="{FF2B5EF4-FFF2-40B4-BE49-F238E27FC236}">
                  <a16:creationId xmlns:a16="http://schemas.microsoft.com/office/drawing/2014/main" id="{CD91D4E9-163A-C2BB-6DD3-7CF05FFE5785}"/>
                </a:ext>
              </a:extLst>
            </p:cNvPr>
            <p:cNvSpPr/>
            <p:nvPr/>
          </p:nvSpPr>
          <p:spPr>
            <a:xfrm>
              <a:off x="3818500" y="2919450"/>
              <a:ext cx="29075" cy="13675"/>
            </a:xfrm>
            <a:custGeom>
              <a:avLst/>
              <a:gdLst/>
              <a:ahLst/>
              <a:cxnLst/>
              <a:rect l="l" t="t" r="r" b="b"/>
              <a:pathLst>
                <a:path w="1163" h="547" extrusionOk="0">
                  <a:moveTo>
                    <a:pt x="1" y="0"/>
                  </a:moveTo>
                  <a:lnTo>
                    <a:pt x="138" y="547"/>
                  </a:lnTo>
                  <a:lnTo>
                    <a:pt x="1163" y="547"/>
                  </a:lnTo>
                  <a:lnTo>
                    <a:pt x="11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42;p48">
              <a:extLst>
                <a:ext uri="{FF2B5EF4-FFF2-40B4-BE49-F238E27FC236}">
                  <a16:creationId xmlns:a16="http://schemas.microsoft.com/office/drawing/2014/main" id="{437255AC-9B19-3801-F6A4-100D95A8D59C}"/>
                </a:ext>
              </a:extLst>
            </p:cNvPr>
            <p:cNvSpPr/>
            <p:nvPr/>
          </p:nvSpPr>
          <p:spPr>
            <a:xfrm>
              <a:off x="4036850" y="2899075"/>
              <a:ext cx="144925" cy="57575"/>
            </a:xfrm>
            <a:custGeom>
              <a:avLst/>
              <a:gdLst/>
              <a:ahLst/>
              <a:cxnLst/>
              <a:rect l="l" t="t" r="r" b="b"/>
              <a:pathLst>
                <a:path w="5797" h="2303" extrusionOk="0">
                  <a:moveTo>
                    <a:pt x="5276" y="1"/>
                  </a:moveTo>
                  <a:cubicBezTo>
                    <a:pt x="5206" y="1"/>
                    <a:pt x="5135" y="13"/>
                    <a:pt x="5067" y="39"/>
                  </a:cubicBezTo>
                  <a:lnTo>
                    <a:pt x="1966" y="1165"/>
                  </a:lnTo>
                  <a:cubicBezTo>
                    <a:pt x="1906" y="1187"/>
                    <a:pt x="1842" y="1198"/>
                    <a:pt x="1779" y="1198"/>
                  </a:cubicBezTo>
                  <a:cubicBezTo>
                    <a:pt x="1701" y="1198"/>
                    <a:pt x="1623" y="1182"/>
                    <a:pt x="1551" y="1149"/>
                  </a:cubicBezTo>
                  <a:lnTo>
                    <a:pt x="908" y="848"/>
                  </a:lnTo>
                  <a:cubicBezTo>
                    <a:pt x="835" y="814"/>
                    <a:pt x="756" y="797"/>
                    <a:pt x="678" y="797"/>
                  </a:cubicBezTo>
                  <a:cubicBezTo>
                    <a:pt x="614" y="797"/>
                    <a:pt x="551" y="808"/>
                    <a:pt x="490" y="831"/>
                  </a:cubicBezTo>
                  <a:lnTo>
                    <a:pt x="137" y="960"/>
                  </a:lnTo>
                  <a:cubicBezTo>
                    <a:pt x="36" y="996"/>
                    <a:pt x="0" y="1121"/>
                    <a:pt x="69" y="1203"/>
                  </a:cubicBezTo>
                  <a:lnTo>
                    <a:pt x="470" y="1712"/>
                  </a:lnTo>
                  <a:lnTo>
                    <a:pt x="213" y="1805"/>
                  </a:lnTo>
                  <a:cubicBezTo>
                    <a:pt x="282" y="1991"/>
                    <a:pt x="394" y="2149"/>
                    <a:pt x="539" y="2270"/>
                  </a:cubicBezTo>
                  <a:lnTo>
                    <a:pt x="1460" y="2302"/>
                  </a:lnTo>
                  <a:lnTo>
                    <a:pt x="5313" y="900"/>
                  </a:lnTo>
                  <a:lnTo>
                    <a:pt x="5797" y="356"/>
                  </a:lnTo>
                  <a:cubicBezTo>
                    <a:pt x="5786" y="326"/>
                    <a:pt x="5772" y="298"/>
                    <a:pt x="5759" y="271"/>
                  </a:cubicBezTo>
                  <a:cubicBezTo>
                    <a:pt x="5660" y="96"/>
                    <a:pt x="5471" y="1"/>
                    <a:pt x="5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43;p48">
              <a:extLst>
                <a:ext uri="{FF2B5EF4-FFF2-40B4-BE49-F238E27FC236}">
                  <a16:creationId xmlns:a16="http://schemas.microsoft.com/office/drawing/2014/main" id="{D3FBA331-0BDE-2ADB-9E17-7F5606B1025C}"/>
                </a:ext>
              </a:extLst>
            </p:cNvPr>
            <p:cNvSpPr/>
            <p:nvPr/>
          </p:nvSpPr>
          <p:spPr>
            <a:xfrm>
              <a:off x="3998825" y="2970025"/>
              <a:ext cx="41175" cy="23075"/>
            </a:xfrm>
            <a:custGeom>
              <a:avLst/>
              <a:gdLst/>
              <a:ahLst/>
              <a:cxnLst/>
              <a:rect l="l" t="t" r="r" b="b"/>
              <a:pathLst>
                <a:path w="1647" h="923" extrusionOk="0">
                  <a:moveTo>
                    <a:pt x="1337" y="0"/>
                  </a:moveTo>
                  <a:cubicBezTo>
                    <a:pt x="1307" y="0"/>
                    <a:pt x="1275" y="6"/>
                    <a:pt x="1245" y="17"/>
                  </a:cubicBezTo>
                  <a:lnTo>
                    <a:pt x="217" y="391"/>
                  </a:lnTo>
                  <a:cubicBezTo>
                    <a:pt x="75" y="443"/>
                    <a:pt x="1" y="599"/>
                    <a:pt x="53" y="741"/>
                  </a:cubicBezTo>
                  <a:cubicBezTo>
                    <a:pt x="94" y="853"/>
                    <a:pt x="198" y="922"/>
                    <a:pt x="309" y="922"/>
                  </a:cubicBezTo>
                  <a:cubicBezTo>
                    <a:pt x="340" y="922"/>
                    <a:pt x="372" y="917"/>
                    <a:pt x="403" y="905"/>
                  </a:cubicBezTo>
                  <a:lnTo>
                    <a:pt x="1431" y="531"/>
                  </a:lnTo>
                  <a:cubicBezTo>
                    <a:pt x="1573" y="479"/>
                    <a:pt x="1647" y="323"/>
                    <a:pt x="1595" y="181"/>
                  </a:cubicBezTo>
                  <a:cubicBezTo>
                    <a:pt x="1554" y="70"/>
                    <a:pt x="1448" y="0"/>
                    <a:pt x="13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44;p48">
              <a:extLst>
                <a:ext uri="{FF2B5EF4-FFF2-40B4-BE49-F238E27FC236}">
                  <a16:creationId xmlns:a16="http://schemas.microsoft.com/office/drawing/2014/main" id="{81786D9B-050B-A52B-BB53-E40AD6891845}"/>
                </a:ext>
              </a:extLst>
            </p:cNvPr>
            <p:cNvSpPr/>
            <p:nvPr/>
          </p:nvSpPr>
          <p:spPr>
            <a:xfrm>
              <a:off x="3957350" y="2951350"/>
              <a:ext cx="54025" cy="27725"/>
            </a:xfrm>
            <a:custGeom>
              <a:avLst/>
              <a:gdLst/>
              <a:ahLst/>
              <a:cxnLst/>
              <a:rect l="l" t="t" r="r" b="b"/>
              <a:pathLst>
                <a:path w="2161" h="1109" extrusionOk="0">
                  <a:moveTo>
                    <a:pt x="1852" y="1"/>
                  </a:moveTo>
                  <a:cubicBezTo>
                    <a:pt x="1821" y="1"/>
                    <a:pt x="1789" y="6"/>
                    <a:pt x="1758" y="17"/>
                  </a:cubicBezTo>
                  <a:lnTo>
                    <a:pt x="216" y="578"/>
                  </a:lnTo>
                  <a:cubicBezTo>
                    <a:pt x="74" y="630"/>
                    <a:pt x="0" y="788"/>
                    <a:pt x="52" y="928"/>
                  </a:cubicBezTo>
                  <a:cubicBezTo>
                    <a:pt x="93" y="1039"/>
                    <a:pt x="199" y="1109"/>
                    <a:pt x="311" y="1109"/>
                  </a:cubicBezTo>
                  <a:cubicBezTo>
                    <a:pt x="342" y="1109"/>
                    <a:pt x="374" y="1103"/>
                    <a:pt x="405" y="1092"/>
                  </a:cubicBezTo>
                  <a:lnTo>
                    <a:pt x="1944" y="531"/>
                  </a:lnTo>
                  <a:cubicBezTo>
                    <a:pt x="2086" y="479"/>
                    <a:pt x="2160" y="324"/>
                    <a:pt x="2108" y="181"/>
                  </a:cubicBezTo>
                  <a:cubicBezTo>
                    <a:pt x="2068" y="70"/>
                    <a:pt x="1963" y="1"/>
                    <a:pt x="18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45;p48">
              <a:extLst>
                <a:ext uri="{FF2B5EF4-FFF2-40B4-BE49-F238E27FC236}">
                  <a16:creationId xmlns:a16="http://schemas.microsoft.com/office/drawing/2014/main" id="{8DE9F322-FE06-626D-2195-1E58FE692849}"/>
                </a:ext>
              </a:extLst>
            </p:cNvPr>
            <p:cNvSpPr/>
            <p:nvPr/>
          </p:nvSpPr>
          <p:spPr>
            <a:xfrm>
              <a:off x="4050300" y="2907875"/>
              <a:ext cx="134025" cy="54300"/>
            </a:xfrm>
            <a:custGeom>
              <a:avLst/>
              <a:gdLst/>
              <a:ahLst/>
              <a:cxnLst/>
              <a:rect l="l" t="t" r="r" b="b"/>
              <a:pathLst>
                <a:path w="5361" h="2172" extrusionOk="0">
                  <a:moveTo>
                    <a:pt x="5259" y="1"/>
                  </a:moveTo>
                  <a:lnTo>
                    <a:pt x="1" y="1918"/>
                  </a:lnTo>
                  <a:cubicBezTo>
                    <a:pt x="197" y="2080"/>
                    <a:pt x="446" y="2172"/>
                    <a:pt x="705" y="2172"/>
                  </a:cubicBezTo>
                  <a:cubicBezTo>
                    <a:pt x="829" y="2172"/>
                    <a:pt x="955" y="2151"/>
                    <a:pt x="1078" y="2106"/>
                  </a:cubicBezTo>
                  <a:lnTo>
                    <a:pt x="4931" y="704"/>
                  </a:lnTo>
                  <a:cubicBezTo>
                    <a:pt x="5215" y="600"/>
                    <a:pt x="5360" y="285"/>
                    <a:pt x="5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46;p48">
              <a:extLst>
                <a:ext uri="{FF2B5EF4-FFF2-40B4-BE49-F238E27FC236}">
                  <a16:creationId xmlns:a16="http://schemas.microsoft.com/office/drawing/2014/main" id="{D2F9B89C-BB95-1AD0-13AE-C54A6AEF56A7}"/>
                </a:ext>
              </a:extLst>
            </p:cNvPr>
            <p:cNvSpPr/>
            <p:nvPr/>
          </p:nvSpPr>
          <p:spPr>
            <a:xfrm>
              <a:off x="4021600" y="2932650"/>
              <a:ext cx="41175" cy="23050"/>
            </a:xfrm>
            <a:custGeom>
              <a:avLst/>
              <a:gdLst/>
              <a:ahLst/>
              <a:cxnLst/>
              <a:rect l="l" t="t" r="r" b="b"/>
              <a:pathLst>
                <a:path w="1647" h="922" extrusionOk="0">
                  <a:moveTo>
                    <a:pt x="1335" y="1"/>
                  </a:moveTo>
                  <a:cubicBezTo>
                    <a:pt x="1305" y="1"/>
                    <a:pt x="1274" y="6"/>
                    <a:pt x="1245" y="16"/>
                  </a:cubicBezTo>
                  <a:lnTo>
                    <a:pt x="216" y="391"/>
                  </a:lnTo>
                  <a:cubicBezTo>
                    <a:pt x="74" y="443"/>
                    <a:pt x="0" y="601"/>
                    <a:pt x="52" y="741"/>
                  </a:cubicBezTo>
                  <a:cubicBezTo>
                    <a:pt x="93" y="852"/>
                    <a:pt x="197" y="921"/>
                    <a:pt x="309" y="921"/>
                  </a:cubicBezTo>
                  <a:cubicBezTo>
                    <a:pt x="340" y="921"/>
                    <a:pt x="371" y="916"/>
                    <a:pt x="402" y="905"/>
                  </a:cubicBezTo>
                  <a:lnTo>
                    <a:pt x="1430" y="530"/>
                  </a:lnTo>
                  <a:cubicBezTo>
                    <a:pt x="1573" y="478"/>
                    <a:pt x="1646" y="322"/>
                    <a:pt x="1595" y="180"/>
                  </a:cubicBezTo>
                  <a:cubicBezTo>
                    <a:pt x="1554" y="68"/>
                    <a:pt x="1447" y="1"/>
                    <a:pt x="13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" name="image5.png">
            <a:extLst>
              <a:ext uri="{FF2B5EF4-FFF2-40B4-BE49-F238E27FC236}">
                <a16:creationId xmlns:a16="http://schemas.microsoft.com/office/drawing/2014/main" id="{4C9D9F98-A262-9317-285D-00C9FE58B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656" y="2714047"/>
            <a:ext cx="3888000" cy="1263436"/>
          </a:xfrm>
          <a:prstGeom prst="rect">
            <a:avLst/>
          </a:prstGeom>
          <a:ln/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3106621-53B8-49D7-3002-2CFA5420736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00" b="36250" l="1667" r="98889">
                        <a14:foregroundMark x1="8056" y1="7800" x2="30903" y2="7900"/>
                        <a14:foregroundMark x1="30903" y1="7900" x2="67361" y2="6250"/>
                        <a14:foregroundMark x1="67361" y1="6250" x2="75764" y2="7500"/>
                        <a14:foregroundMark x1="75764" y1="7500" x2="93333" y2="6500"/>
                        <a14:foregroundMark x1="93333" y1="6500" x2="94375" y2="7300"/>
                        <a14:foregroundMark x1="94375" y1="7200" x2="98958" y2="29300"/>
                        <a14:foregroundMark x1="98958" y1="29300" x2="97917" y2="29850"/>
                        <a14:foregroundMark x1="87361" y1="24200" x2="88750" y2="19650"/>
                        <a14:foregroundMark x1="81181" y1="16250" x2="97500" y2="23600"/>
                        <a14:foregroundMark x1="97500" y1="23600" x2="95903" y2="25750"/>
                        <a14:foregroundMark x1="85764" y1="25950" x2="91181" y2="18550"/>
                        <a14:foregroundMark x1="91181" y1="18550" x2="79792" y2="20550"/>
                        <a14:foregroundMark x1="79792" y1="20550" x2="80903" y2="26500"/>
                        <a14:foregroundMark x1="80903" y1="26500" x2="82153" y2="28200"/>
                        <a14:foregroundMark x1="82361" y1="27600" x2="82917" y2="22350"/>
                        <a14:foregroundMark x1="82222" y1="22150" x2="81875" y2="23800"/>
                        <a14:foregroundMark x1="89167" y1="18750" x2="92014" y2="24650"/>
                        <a14:foregroundMark x1="92014" y1="24650" x2="95625" y2="26950"/>
                        <a14:foregroundMark x1="82222" y1="22750" x2="88264" y2="17400"/>
                        <a14:foregroundMark x1="88264" y1="17400" x2="90625" y2="17400"/>
                        <a14:foregroundMark x1="2778" y1="12650" x2="3056" y2="26450"/>
                        <a14:foregroundMark x1="5069" y1="9250" x2="13889" y2="6800"/>
                        <a14:foregroundMark x1="13889" y1="6800" x2="21111" y2="6550"/>
                        <a14:foregroundMark x1="37569" y1="8850" x2="69306" y2="6800"/>
                        <a14:foregroundMark x1="69306" y1="6800" x2="90069" y2="8450"/>
                        <a14:foregroundMark x1="87361" y1="8750" x2="53542" y2="9150"/>
                        <a14:foregroundMark x1="5347" y1="33850" x2="17014" y2="33900"/>
                        <a14:foregroundMark x1="17014" y1="33900" x2="30694" y2="33850"/>
                        <a14:foregroundMark x1="30694" y1="33850" x2="70486" y2="34600"/>
                        <a14:foregroundMark x1="8681" y1="34000" x2="16806" y2="35350"/>
                        <a14:foregroundMark x1="16806" y1="35350" x2="25000" y2="34400"/>
                        <a14:foregroundMark x1="25000" y1="34400" x2="25000" y2="34400"/>
                        <a14:foregroundMark x1="70139" y1="36250" x2="87014" y2="34800"/>
                        <a14:foregroundMark x1="87014" y1="34800" x2="91597" y2="33750"/>
                        <a14:foregroundMark x1="85625" y1="35850" x2="93819" y2="34300"/>
                        <a14:foregroundMark x1="93819" y1="34300" x2="94931" y2="33550"/>
                        <a14:foregroundMark x1="38542" y1="34900" x2="13056" y2="35050"/>
                        <a14:foregroundMark x1="13056" y1="35050" x2="5000" y2="33050"/>
                        <a14:foregroundMark x1="5000" y1="33050" x2="4653" y2="32450"/>
                        <a14:foregroundMark x1="1667" y1="32450" x2="9236" y2="35000"/>
                        <a14:foregroundMark x1="9236" y1="35000" x2="10069" y2="349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080" b="62516"/>
          <a:stretch/>
        </p:blipFill>
        <p:spPr bwMode="auto">
          <a:xfrm>
            <a:off x="5588459" y="2701282"/>
            <a:ext cx="2926178" cy="13171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0"/>
          <p:cNvSpPr txBox="1">
            <a:spLocks noGrp="1"/>
          </p:cNvSpPr>
          <p:nvPr>
            <p:ph type="title"/>
          </p:nvPr>
        </p:nvSpPr>
        <p:spPr>
          <a:xfrm>
            <a:off x="4084325" y="557780"/>
            <a:ext cx="2501100" cy="6321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>
                <a:solidFill>
                  <a:schemeClr val="bg1"/>
                </a:solidFill>
              </a:rPr>
              <a:t>Aviasales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41" name="Google Shape;1641;p40"/>
          <p:cNvSpPr txBox="1">
            <a:spLocks noGrp="1"/>
          </p:cNvSpPr>
          <p:nvPr>
            <p:ph type="subTitle" idx="1"/>
          </p:nvPr>
        </p:nvSpPr>
        <p:spPr>
          <a:xfrm>
            <a:off x="3020134" y="1245154"/>
            <a:ext cx="2561261" cy="2326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Достоинства:</a:t>
            </a:r>
            <a:br>
              <a:rPr lang="ru-RU" dirty="0">
                <a:solidFill>
                  <a:schemeClr val="dk1"/>
                </a:solidFill>
              </a:rPr>
            </a:b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интерфейс и служба поддержки на русском языке;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гибкие фильтры поиска;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интеграция с другими сервисами;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отсутствие наценок;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мобильная версия;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личный кабинет;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справочная информация.</a:t>
            </a:r>
          </a:p>
        </p:txBody>
      </p:sp>
      <p:grpSp>
        <p:nvGrpSpPr>
          <p:cNvPr id="1643" name="Google Shape;1643;p40"/>
          <p:cNvGrpSpPr/>
          <p:nvPr/>
        </p:nvGrpSpPr>
        <p:grpSpPr>
          <a:xfrm>
            <a:off x="288434" y="2145339"/>
            <a:ext cx="1586048" cy="2777447"/>
            <a:chOff x="4352150" y="2643525"/>
            <a:chExt cx="489400" cy="857025"/>
          </a:xfrm>
        </p:grpSpPr>
        <p:sp>
          <p:nvSpPr>
            <p:cNvPr id="1644" name="Google Shape;1644;p40"/>
            <p:cNvSpPr/>
            <p:nvPr/>
          </p:nvSpPr>
          <p:spPr>
            <a:xfrm>
              <a:off x="4428025" y="3172550"/>
              <a:ext cx="7175" cy="28075"/>
            </a:xfrm>
            <a:custGeom>
              <a:avLst/>
              <a:gdLst/>
              <a:ahLst/>
              <a:cxnLst/>
              <a:rect l="l" t="t" r="r" b="b"/>
              <a:pathLst>
                <a:path w="287" h="1123" extrusionOk="0">
                  <a:moveTo>
                    <a:pt x="1" y="1"/>
                  </a:moveTo>
                  <a:lnTo>
                    <a:pt x="1" y="1122"/>
                  </a:lnTo>
                  <a:lnTo>
                    <a:pt x="287" y="1122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4469275" y="3172550"/>
              <a:ext cx="7175" cy="28075"/>
            </a:xfrm>
            <a:custGeom>
              <a:avLst/>
              <a:gdLst/>
              <a:ahLst/>
              <a:cxnLst/>
              <a:rect l="l" t="t" r="r" b="b"/>
              <a:pathLst>
                <a:path w="287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286" y="112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4390625" y="3462875"/>
              <a:ext cx="18725" cy="37675"/>
            </a:xfrm>
            <a:custGeom>
              <a:avLst/>
              <a:gdLst/>
              <a:ahLst/>
              <a:cxnLst/>
              <a:rect l="l" t="t" r="r" b="b"/>
              <a:pathLst>
                <a:path w="749" h="1507" extrusionOk="0">
                  <a:moveTo>
                    <a:pt x="375" y="0"/>
                  </a:moveTo>
                  <a:cubicBezTo>
                    <a:pt x="166" y="0"/>
                    <a:pt x="1" y="176"/>
                    <a:pt x="1" y="385"/>
                  </a:cubicBezTo>
                  <a:lnTo>
                    <a:pt x="1" y="1133"/>
                  </a:lnTo>
                  <a:cubicBezTo>
                    <a:pt x="1" y="1342"/>
                    <a:pt x="166" y="1507"/>
                    <a:pt x="375" y="1507"/>
                  </a:cubicBezTo>
                  <a:cubicBezTo>
                    <a:pt x="584" y="1507"/>
                    <a:pt x="749" y="1342"/>
                    <a:pt x="749" y="1133"/>
                  </a:cubicBezTo>
                  <a:lnTo>
                    <a:pt x="749" y="385"/>
                  </a:lnTo>
                  <a:cubicBezTo>
                    <a:pt x="749" y="176"/>
                    <a:pt x="584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4495100" y="3462875"/>
              <a:ext cx="18725" cy="37675"/>
            </a:xfrm>
            <a:custGeom>
              <a:avLst/>
              <a:gdLst/>
              <a:ahLst/>
              <a:cxnLst/>
              <a:rect l="l" t="t" r="r" b="b"/>
              <a:pathLst>
                <a:path w="749" h="1507" extrusionOk="0">
                  <a:moveTo>
                    <a:pt x="375" y="0"/>
                  </a:moveTo>
                  <a:cubicBezTo>
                    <a:pt x="166" y="0"/>
                    <a:pt x="1" y="176"/>
                    <a:pt x="1" y="385"/>
                  </a:cubicBezTo>
                  <a:lnTo>
                    <a:pt x="1" y="1133"/>
                  </a:lnTo>
                  <a:cubicBezTo>
                    <a:pt x="1" y="1342"/>
                    <a:pt x="166" y="1507"/>
                    <a:pt x="375" y="1507"/>
                  </a:cubicBezTo>
                  <a:cubicBezTo>
                    <a:pt x="584" y="1507"/>
                    <a:pt x="749" y="1342"/>
                    <a:pt x="749" y="1133"/>
                  </a:cubicBezTo>
                  <a:lnTo>
                    <a:pt x="749" y="385"/>
                  </a:lnTo>
                  <a:cubicBezTo>
                    <a:pt x="749" y="176"/>
                    <a:pt x="584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4352150" y="3192900"/>
              <a:ext cx="200175" cy="285125"/>
            </a:xfrm>
            <a:custGeom>
              <a:avLst/>
              <a:gdLst/>
              <a:ahLst/>
              <a:cxnLst/>
              <a:rect l="l" t="t" r="r" b="b"/>
              <a:pathLst>
                <a:path w="8007" h="11405" extrusionOk="0">
                  <a:moveTo>
                    <a:pt x="0" y="0"/>
                  </a:moveTo>
                  <a:lnTo>
                    <a:pt x="0" y="11404"/>
                  </a:lnTo>
                  <a:lnTo>
                    <a:pt x="8006" y="11404"/>
                  </a:lnTo>
                  <a:lnTo>
                    <a:pt x="80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4399425" y="3240175"/>
              <a:ext cx="5250" cy="198800"/>
            </a:xfrm>
            <a:custGeom>
              <a:avLst/>
              <a:gdLst/>
              <a:ahLst/>
              <a:cxnLst/>
              <a:rect l="l" t="t" r="r" b="b"/>
              <a:pathLst>
                <a:path w="210" h="7952" extrusionOk="0">
                  <a:moveTo>
                    <a:pt x="100" y="1"/>
                  </a:moveTo>
                  <a:cubicBezTo>
                    <a:pt x="45" y="1"/>
                    <a:pt x="1" y="45"/>
                    <a:pt x="1" y="111"/>
                  </a:cubicBezTo>
                  <a:lnTo>
                    <a:pt x="1" y="7853"/>
                  </a:lnTo>
                  <a:cubicBezTo>
                    <a:pt x="1" y="7908"/>
                    <a:pt x="45" y="7952"/>
                    <a:pt x="100" y="7952"/>
                  </a:cubicBezTo>
                  <a:cubicBezTo>
                    <a:pt x="166" y="7952"/>
                    <a:pt x="210" y="7908"/>
                    <a:pt x="210" y="7853"/>
                  </a:cubicBezTo>
                  <a:lnTo>
                    <a:pt x="210" y="111"/>
                  </a:lnTo>
                  <a:cubicBezTo>
                    <a:pt x="210" y="45"/>
                    <a:pt x="166" y="1"/>
                    <a:pt x="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4449475" y="3240175"/>
              <a:ext cx="5250" cy="198800"/>
            </a:xfrm>
            <a:custGeom>
              <a:avLst/>
              <a:gdLst/>
              <a:ahLst/>
              <a:cxnLst/>
              <a:rect l="l" t="t" r="r" b="b"/>
              <a:pathLst>
                <a:path w="210" h="7952" extrusionOk="0">
                  <a:moveTo>
                    <a:pt x="110" y="1"/>
                  </a:moveTo>
                  <a:cubicBezTo>
                    <a:pt x="55" y="1"/>
                    <a:pt x="0" y="45"/>
                    <a:pt x="0" y="111"/>
                  </a:cubicBezTo>
                  <a:lnTo>
                    <a:pt x="0" y="7853"/>
                  </a:lnTo>
                  <a:cubicBezTo>
                    <a:pt x="0" y="7908"/>
                    <a:pt x="55" y="7952"/>
                    <a:pt x="110" y="7952"/>
                  </a:cubicBezTo>
                  <a:cubicBezTo>
                    <a:pt x="165" y="7952"/>
                    <a:pt x="209" y="7908"/>
                    <a:pt x="209" y="7853"/>
                  </a:cubicBezTo>
                  <a:lnTo>
                    <a:pt x="209" y="111"/>
                  </a:lnTo>
                  <a:cubicBezTo>
                    <a:pt x="209" y="45"/>
                    <a:pt x="165" y="1"/>
                    <a:pt x="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4499775" y="3240175"/>
              <a:ext cx="5250" cy="198800"/>
            </a:xfrm>
            <a:custGeom>
              <a:avLst/>
              <a:gdLst/>
              <a:ahLst/>
              <a:cxnLst/>
              <a:rect l="l" t="t" r="r" b="b"/>
              <a:pathLst>
                <a:path w="210" h="7952" extrusionOk="0">
                  <a:moveTo>
                    <a:pt x="111" y="1"/>
                  </a:moveTo>
                  <a:cubicBezTo>
                    <a:pt x="45" y="1"/>
                    <a:pt x="1" y="45"/>
                    <a:pt x="1" y="111"/>
                  </a:cubicBezTo>
                  <a:lnTo>
                    <a:pt x="1" y="7853"/>
                  </a:lnTo>
                  <a:cubicBezTo>
                    <a:pt x="1" y="7908"/>
                    <a:pt x="45" y="7952"/>
                    <a:pt x="111" y="7952"/>
                  </a:cubicBezTo>
                  <a:cubicBezTo>
                    <a:pt x="166" y="7952"/>
                    <a:pt x="210" y="7908"/>
                    <a:pt x="210" y="7853"/>
                  </a:cubicBezTo>
                  <a:lnTo>
                    <a:pt x="210" y="111"/>
                  </a:lnTo>
                  <a:cubicBezTo>
                    <a:pt x="210" y="45"/>
                    <a:pt x="166" y="1"/>
                    <a:pt x="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4417025" y="3166775"/>
              <a:ext cx="70400" cy="6350"/>
            </a:xfrm>
            <a:custGeom>
              <a:avLst/>
              <a:gdLst/>
              <a:ahLst/>
              <a:cxnLst/>
              <a:rect l="l" t="t" r="r" b="b"/>
              <a:pathLst>
                <a:path w="2816" h="254" extrusionOk="0">
                  <a:moveTo>
                    <a:pt x="1" y="1"/>
                  </a:moveTo>
                  <a:lnTo>
                    <a:pt x="1" y="254"/>
                  </a:lnTo>
                  <a:lnTo>
                    <a:pt x="2816" y="254"/>
                  </a:lnTo>
                  <a:lnTo>
                    <a:pt x="28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4621850" y="2802500"/>
              <a:ext cx="56375" cy="33300"/>
            </a:xfrm>
            <a:custGeom>
              <a:avLst/>
              <a:gdLst/>
              <a:ahLst/>
              <a:cxnLst/>
              <a:rect l="l" t="t" r="r" b="b"/>
              <a:pathLst>
                <a:path w="2255" h="1332" extrusionOk="0">
                  <a:moveTo>
                    <a:pt x="1" y="1"/>
                  </a:moveTo>
                  <a:lnTo>
                    <a:pt x="1" y="1331"/>
                  </a:lnTo>
                  <a:lnTo>
                    <a:pt x="2255" y="1331"/>
                  </a:lnTo>
                  <a:lnTo>
                    <a:pt x="2255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4608375" y="2680150"/>
              <a:ext cx="83325" cy="107250"/>
            </a:xfrm>
            <a:custGeom>
              <a:avLst/>
              <a:gdLst/>
              <a:ahLst/>
              <a:cxnLst/>
              <a:rect l="l" t="t" r="r" b="b"/>
              <a:pathLst>
                <a:path w="3333" h="4290" extrusionOk="0">
                  <a:moveTo>
                    <a:pt x="1672" y="1"/>
                  </a:moveTo>
                  <a:cubicBezTo>
                    <a:pt x="749" y="1"/>
                    <a:pt x="1" y="958"/>
                    <a:pt x="1" y="2145"/>
                  </a:cubicBezTo>
                  <a:cubicBezTo>
                    <a:pt x="1" y="3322"/>
                    <a:pt x="749" y="4290"/>
                    <a:pt x="1672" y="4290"/>
                  </a:cubicBezTo>
                  <a:cubicBezTo>
                    <a:pt x="2596" y="4290"/>
                    <a:pt x="3333" y="3322"/>
                    <a:pt x="3333" y="2145"/>
                  </a:cubicBezTo>
                  <a:cubicBezTo>
                    <a:pt x="3333" y="958"/>
                    <a:pt x="2596" y="1"/>
                    <a:pt x="167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4641375" y="2770600"/>
              <a:ext cx="17625" cy="41275"/>
            </a:xfrm>
            <a:custGeom>
              <a:avLst/>
              <a:gdLst/>
              <a:ahLst/>
              <a:cxnLst/>
              <a:rect l="l" t="t" r="r" b="b"/>
              <a:pathLst>
                <a:path w="705" h="1651" extrusionOk="0">
                  <a:moveTo>
                    <a:pt x="0" y="1"/>
                  </a:moveTo>
                  <a:lnTo>
                    <a:pt x="0" y="1651"/>
                  </a:lnTo>
                  <a:lnTo>
                    <a:pt x="704" y="1651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4555050" y="2643525"/>
              <a:ext cx="171575" cy="147350"/>
            </a:xfrm>
            <a:custGeom>
              <a:avLst/>
              <a:gdLst/>
              <a:ahLst/>
              <a:cxnLst/>
              <a:rect l="l" t="t" r="r" b="b"/>
              <a:pathLst>
                <a:path w="6863" h="5894" extrusionOk="0">
                  <a:moveTo>
                    <a:pt x="3736" y="1"/>
                  </a:moveTo>
                  <a:cubicBezTo>
                    <a:pt x="3372" y="1"/>
                    <a:pt x="3032" y="286"/>
                    <a:pt x="2959" y="641"/>
                  </a:cubicBezTo>
                  <a:cubicBezTo>
                    <a:pt x="2799" y="500"/>
                    <a:pt x="2584" y="427"/>
                    <a:pt x="2369" y="427"/>
                  </a:cubicBezTo>
                  <a:cubicBezTo>
                    <a:pt x="2201" y="427"/>
                    <a:pt x="2032" y="472"/>
                    <a:pt x="1892" y="564"/>
                  </a:cubicBezTo>
                  <a:cubicBezTo>
                    <a:pt x="1584" y="773"/>
                    <a:pt x="1430" y="1213"/>
                    <a:pt x="1551" y="1576"/>
                  </a:cubicBezTo>
                  <a:cubicBezTo>
                    <a:pt x="1482" y="1556"/>
                    <a:pt x="1411" y="1547"/>
                    <a:pt x="1340" y="1547"/>
                  </a:cubicBezTo>
                  <a:cubicBezTo>
                    <a:pt x="1052" y="1547"/>
                    <a:pt x="766" y="1702"/>
                    <a:pt x="616" y="1950"/>
                  </a:cubicBezTo>
                  <a:cubicBezTo>
                    <a:pt x="429" y="2269"/>
                    <a:pt x="473" y="2698"/>
                    <a:pt x="726" y="2962"/>
                  </a:cubicBezTo>
                  <a:cubicBezTo>
                    <a:pt x="690" y="2953"/>
                    <a:pt x="653" y="2949"/>
                    <a:pt x="617" y="2949"/>
                  </a:cubicBezTo>
                  <a:cubicBezTo>
                    <a:pt x="294" y="2949"/>
                    <a:pt x="0" y="3285"/>
                    <a:pt x="0" y="3621"/>
                  </a:cubicBezTo>
                  <a:cubicBezTo>
                    <a:pt x="0" y="3995"/>
                    <a:pt x="286" y="4314"/>
                    <a:pt x="616" y="4490"/>
                  </a:cubicBezTo>
                  <a:cubicBezTo>
                    <a:pt x="946" y="4666"/>
                    <a:pt x="1331" y="4710"/>
                    <a:pt x="1694" y="4754"/>
                  </a:cubicBezTo>
                  <a:lnTo>
                    <a:pt x="1353" y="4721"/>
                  </a:lnTo>
                  <a:lnTo>
                    <a:pt x="1342" y="4721"/>
                  </a:lnTo>
                  <a:cubicBezTo>
                    <a:pt x="1397" y="5029"/>
                    <a:pt x="1573" y="5326"/>
                    <a:pt x="1804" y="5524"/>
                  </a:cubicBezTo>
                  <a:cubicBezTo>
                    <a:pt x="2024" y="5722"/>
                    <a:pt x="2321" y="5843"/>
                    <a:pt x="2607" y="5865"/>
                  </a:cubicBezTo>
                  <a:cubicBezTo>
                    <a:pt x="2626" y="5865"/>
                    <a:pt x="2646" y="5866"/>
                    <a:pt x="2666" y="5866"/>
                  </a:cubicBezTo>
                  <a:cubicBezTo>
                    <a:pt x="2941" y="5866"/>
                    <a:pt x="3208" y="5798"/>
                    <a:pt x="3475" y="5788"/>
                  </a:cubicBezTo>
                  <a:cubicBezTo>
                    <a:pt x="3501" y="5787"/>
                    <a:pt x="3527" y="5786"/>
                    <a:pt x="3553" y="5786"/>
                  </a:cubicBezTo>
                  <a:cubicBezTo>
                    <a:pt x="3769" y="5786"/>
                    <a:pt x="3985" y="5824"/>
                    <a:pt x="4201" y="5854"/>
                  </a:cubicBezTo>
                  <a:cubicBezTo>
                    <a:pt x="4369" y="5880"/>
                    <a:pt x="4540" y="5894"/>
                    <a:pt x="4710" y="5894"/>
                  </a:cubicBezTo>
                  <a:cubicBezTo>
                    <a:pt x="4897" y="5894"/>
                    <a:pt x="5084" y="5877"/>
                    <a:pt x="5268" y="5843"/>
                  </a:cubicBezTo>
                  <a:cubicBezTo>
                    <a:pt x="5532" y="5799"/>
                    <a:pt x="5796" y="5711"/>
                    <a:pt x="5983" y="5513"/>
                  </a:cubicBezTo>
                  <a:cubicBezTo>
                    <a:pt x="6159" y="5315"/>
                    <a:pt x="6225" y="4996"/>
                    <a:pt x="6060" y="4787"/>
                  </a:cubicBezTo>
                  <a:cubicBezTo>
                    <a:pt x="6324" y="4754"/>
                    <a:pt x="6555" y="4556"/>
                    <a:pt x="6632" y="4303"/>
                  </a:cubicBezTo>
                  <a:cubicBezTo>
                    <a:pt x="6698" y="4050"/>
                    <a:pt x="6599" y="3753"/>
                    <a:pt x="6390" y="3599"/>
                  </a:cubicBezTo>
                  <a:cubicBezTo>
                    <a:pt x="6731" y="3335"/>
                    <a:pt x="6863" y="2830"/>
                    <a:pt x="6709" y="2434"/>
                  </a:cubicBezTo>
                  <a:cubicBezTo>
                    <a:pt x="6555" y="2066"/>
                    <a:pt x="6164" y="1802"/>
                    <a:pt x="5766" y="1802"/>
                  </a:cubicBezTo>
                  <a:cubicBezTo>
                    <a:pt x="5735" y="1802"/>
                    <a:pt x="5705" y="1804"/>
                    <a:pt x="5675" y="1807"/>
                  </a:cubicBezTo>
                  <a:cubicBezTo>
                    <a:pt x="5994" y="1521"/>
                    <a:pt x="5983" y="949"/>
                    <a:pt x="5664" y="663"/>
                  </a:cubicBezTo>
                  <a:cubicBezTo>
                    <a:pt x="5522" y="536"/>
                    <a:pt x="5331" y="475"/>
                    <a:pt x="5141" y="475"/>
                  </a:cubicBezTo>
                  <a:cubicBezTo>
                    <a:pt x="4901" y="475"/>
                    <a:pt x="4661" y="572"/>
                    <a:pt x="4520" y="762"/>
                  </a:cubicBezTo>
                  <a:cubicBezTo>
                    <a:pt x="4498" y="388"/>
                    <a:pt x="4179" y="36"/>
                    <a:pt x="3794" y="3"/>
                  </a:cubicBezTo>
                  <a:cubicBezTo>
                    <a:pt x="3775" y="2"/>
                    <a:pt x="3755" y="1"/>
                    <a:pt x="3736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4562475" y="3030950"/>
              <a:ext cx="92550" cy="439650"/>
            </a:xfrm>
            <a:custGeom>
              <a:avLst/>
              <a:gdLst/>
              <a:ahLst/>
              <a:cxnLst/>
              <a:rect l="l" t="t" r="r" b="b"/>
              <a:pathLst>
                <a:path w="3702" h="17586" extrusionOk="0">
                  <a:moveTo>
                    <a:pt x="3685" y="0"/>
                  </a:moveTo>
                  <a:lnTo>
                    <a:pt x="3685" y="0"/>
                  </a:lnTo>
                  <a:cubicBezTo>
                    <a:pt x="3685" y="0"/>
                    <a:pt x="3684" y="1"/>
                    <a:pt x="3684" y="1"/>
                  </a:cubicBezTo>
                  <a:cubicBezTo>
                    <a:pt x="3651" y="100"/>
                    <a:pt x="121" y="1112"/>
                    <a:pt x="121" y="1112"/>
                  </a:cubicBezTo>
                  <a:cubicBezTo>
                    <a:pt x="121" y="1266"/>
                    <a:pt x="220" y="10096"/>
                    <a:pt x="220" y="10096"/>
                  </a:cubicBezTo>
                  <a:lnTo>
                    <a:pt x="0" y="17497"/>
                  </a:lnTo>
                  <a:lnTo>
                    <a:pt x="1331" y="17585"/>
                  </a:lnTo>
                  <a:lnTo>
                    <a:pt x="2123" y="9876"/>
                  </a:lnTo>
                  <a:cubicBezTo>
                    <a:pt x="2123" y="9876"/>
                    <a:pt x="3702" y="0"/>
                    <a:pt x="3685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4638975" y="3026825"/>
              <a:ext cx="92600" cy="439925"/>
            </a:xfrm>
            <a:custGeom>
              <a:avLst/>
              <a:gdLst/>
              <a:ahLst/>
              <a:cxnLst/>
              <a:rect l="l" t="t" r="r" b="b"/>
              <a:pathLst>
                <a:path w="3704" h="17597" extrusionOk="0">
                  <a:moveTo>
                    <a:pt x="19" y="1"/>
                  </a:moveTo>
                  <a:cubicBezTo>
                    <a:pt x="0" y="1"/>
                    <a:pt x="1570" y="9876"/>
                    <a:pt x="1570" y="9876"/>
                  </a:cubicBezTo>
                  <a:lnTo>
                    <a:pt x="2373" y="17596"/>
                  </a:lnTo>
                  <a:lnTo>
                    <a:pt x="3703" y="17497"/>
                  </a:lnTo>
                  <a:lnTo>
                    <a:pt x="3484" y="10107"/>
                  </a:lnTo>
                  <a:cubicBezTo>
                    <a:pt x="3484" y="10107"/>
                    <a:pt x="3571" y="1277"/>
                    <a:pt x="3571" y="1123"/>
                  </a:cubicBezTo>
                  <a:lnTo>
                    <a:pt x="3571" y="1112"/>
                  </a:lnTo>
                  <a:cubicBezTo>
                    <a:pt x="3571" y="1112"/>
                    <a:pt x="52" y="100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4570175" y="3073025"/>
              <a:ext cx="157200" cy="64125"/>
            </a:xfrm>
            <a:custGeom>
              <a:avLst/>
              <a:gdLst/>
              <a:ahLst/>
              <a:cxnLst/>
              <a:rect l="l" t="t" r="r" b="b"/>
              <a:pathLst>
                <a:path w="6288" h="2565" extrusionOk="0">
                  <a:moveTo>
                    <a:pt x="0" y="1705"/>
                  </a:moveTo>
                  <a:cubicBezTo>
                    <a:pt x="0" y="1705"/>
                    <a:pt x="0" y="1705"/>
                    <a:pt x="0" y="1705"/>
                  </a:cubicBezTo>
                  <a:lnTo>
                    <a:pt x="0" y="1705"/>
                  </a:lnTo>
                  <a:cubicBezTo>
                    <a:pt x="0" y="1705"/>
                    <a:pt x="0" y="1705"/>
                    <a:pt x="0" y="1705"/>
                  </a:cubicBezTo>
                  <a:close/>
                  <a:moveTo>
                    <a:pt x="3211" y="1"/>
                  </a:moveTo>
                  <a:cubicBezTo>
                    <a:pt x="2343" y="20"/>
                    <a:pt x="1458" y="82"/>
                    <a:pt x="1246" y="82"/>
                  </a:cubicBezTo>
                  <a:cubicBezTo>
                    <a:pt x="1217" y="82"/>
                    <a:pt x="1200" y="80"/>
                    <a:pt x="1199" y="78"/>
                  </a:cubicBezTo>
                  <a:cubicBezTo>
                    <a:pt x="1198" y="77"/>
                    <a:pt x="1197" y="77"/>
                    <a:pt x="1197" y="77"/>
                  </a:cubicBezTo>
                  <a:cubicBezTo>
                    <a:pt x="1111" y="77"/>
                    <a:pt x="18" y="1705"/>
                    <a:pt x="0" y="1705"/>
                  </a:cubicBezTo>
                  <a:cubicBezTo>
                    <a:pt x="0" y="1705"/>
                    <a:pt x="0" y="1705"/>
                    <a:pt x="0" y="1705"/>
                  </a:cubicBezTo>
                  <a:lnTo>
                    <a:pt x="0" y="1705"/>
                  </a:lnTo>
                  <a:cubicBezTo>
                    <a:pt x="1003" y="2278"/>
                    <a:pt x="2121" y="2564"/>
                    <a:pt x="3240" y="2564"/>
                  </a:cubicBezTo>
                  <a:cubicBezTo>
                    <a:pt x="4269" y="2564"/>
                    <a:pt x="5298" y="2322"/>
                    <a:pt x="6236" y="1837"/>
                  </a:cubicBezTo>
                  <a:cubicBezTo>
                    <a:pt x="6288" y="1816"/>
                    <a:pt x="5787" y="49"/>
                    <a:pt x="5389" y="49"/>
                  </a:cubicBezTo>
                  <a:cubicBezTo>
                    <a:pt x="5366" y="49"/>
                    <a:pt x="5344" y="55"/>
                    <a:pt x="5323" y="67"/>
                  </a:cubicBezTo>
                  <a:cubicBezTo>
                    <a:pt x="5274" y="99"/>
                    <a:pt x="5158" y="111"/>
                    <a:pt x="4992" y="111"/>
                  </a:cubicBezTo>
                  <a:cubicBezTo>
                    <a:pt x="4593" y="111"/>
                    <a:pt x="3911" y="40"/>
                    <a:pt x="3211" y="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4803850" y="3116550"/>
              <a:ext cx="37700" cy="53750"/>
            </a:xfrm>
            <a:custGeom>
              <a:avLst/>
              <a:gdLst/>
              <a:ahLst/>
              <a:cxnLst/>
              <a:rect l="l" t="t" r="r" b="b"/>
              <a:pathLst>
                <a:path w="1508" h="2150" extrusionOk="0">
                  <a:moveTo>
                    <a:pt x="411" y="0"/>
                  </a:moveTo>
                  <a:cubicBezTo>
                    <a:pt x="375" y="0"/>
                    <a:pt x="341" y="6"/>
                    <a:pt x="309" y="19"/>
                  </a:cubicBezTo>
                  <a:cubicBezTo>
                    <a:pt x="34" y="140"/>
                    <a:pt x="1" y="712"/>
                    <a:pt x="254" y="1295"/>
                  </a:cubicBezTo>
                  <a:cubicBezTo>
                    <a:pt x="467" y="1799"/>
                    <a:pt x="826" y="2150"/>
                    <a:pt x="1096" y="2150"/>
                  </a:cubicBezTo>
                  <a:cubicBezTo>
                    <a:pt x="1133" y="2150"/>
                    <a:pt x="1167" y="2144"/>
                    <a:pt x="1199" y="2131"/>
                  </a:cubicBezTo>
                  <a:cubicBezTo>
                    <a:pt x="1485" y="2010"/>
                    <a:pt x="1507" y="1438"/>
                    <a:pt x="1254" y="866"/>
                  </a:cubicBezTo>
                  <a:cubicBezTo>
                    <a:pt x="1041" y="352"/>
                    <a:pt x="682" y="0"/>
                    <a:pt x="411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4454700" y="3123950"/>
              <a:ext cx="34650" cy="55725"/>
            </a:xfrm>
            <a:custGeom>
              <a:avLst/>
              <a:gdLst/>
              <a:ahLst/>
              <a:cxnLst/>
              <a:rect l="l" t="t" r="r" b="b"/>
              <a:pathLst>
                <a:path w="1386" h="2229" extrusionOk="0">
                  <a:moveTo>
                    <a:pt x="909" y="0"/>
                  </a:moveTo>
                  <a:cubicBezTo>
                    <a:pt x="627" y="0"/>
                    <a:pt x="307" y="409"/>
                    <a:pt x="165" y="977"/>
                  </a:cubicBezTo>
                  <a:cubicBezTo>
                    <a:pt x="0" y="1582"/>
                    <a:pt x="110" y="2143"/>
                    <a:pt x="407" y="2219"/>
                  </a:cubicBezTo>
                  <a:cubicBezTo>
                    <a:pt x="430" y="2225"/>
                    <a:pt x="453" y="2228"/>
                    <a:pt x="476" y="2228"/>
                  </a:cubicBezTo>
                  <a:cubicBezTo>
                    <a:pt x="758" y="2228"/>
                    <a:pt x="1079" y="1810"/>
                    <a:pt x="1221" y="1252"/>
                  </a:cubicBezTo>
                  <a:cubicBezTo>
                    <a:pt x="1386" y="636"/>
                    <a:pt x="1276" y="75"/>
                    <a:pt x="979" y="9"/>
                  </a:cubicBezTo>
                  <a:cubicBezTo>
                    <a:pt x="956" y="3"/>
                    <a:pt x="932" y="0"/>
                    <a:pt x="909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4756850" y="2978727"/>
              <a:ext cx="72325" cy="154800"/>
            </a:xfrm>
            <a:custGeom>
              <a:avLst/>
              <a:gdLst/>
              <a:ahLst/>
              <a:cxnLst/>
              <a:rect l="l" t="t" r="r" b="b"/>
              <a:pathLst>
                <a:path w="2893" h="6192" extrusionOk="0">
                  <a:moveTo>
                    <a:pt x="1331" y="1"/>
                  </a:moveTo>
                  <a:lnTo>
                    <a:pt x="0" y="1122"/>
                  </a:lnTo>
                  <a:lnTo>
                    <a:pt x="1925" y="6192"/>
                  </a:lnTo>
                  <a:lnTo>
                    <a:pt x="2892" y="5972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4465700" y="2978727"/>
              <a:ext cx="72325" cy="154800"/>
            </a:xfrm>
            <a:custGeom>
              <a:avLst/>
              <a:gdLst/>
              <a:ahLst/>
              <a:cxnLst/>
              <a:rect l="l" t="t" r="r" b="b"/>
              <a:pathLst>
                <a:path w="2893" h="6192" extrusionOk="0">
                  <a:moveTo>
                    <a:pt x="1551" y="1"/>
                  </a:moveTo>
                  <a:lnTo>
                    <a:pt x="0" y="5972"/>
                  </a:lnTo>
                  <a:lnTo>
                    <a:pt x="968" y="6192"/>
                  </a:lnTo>
                  <a:lnTo>
                    <a:pt x="2892" y="1122"/>
                  </a:lnTo>
                  <a:lnTo>
                    <a:pt x="1551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4504450" y="2800850"/>
              <a:ext cx="285675" cy="265050"/>
            </a:xfrm>
            <a:custGeom>
              <a:avLst/>
              <a:gdLst/>
              <a:ahLst/>
              <a:cxnLst/>
              <a:rect l="l" t="t" r="r" b="b"/>
              <a:pathLst>
                <a:path w="11427" h="10602" extrusionOk="0">
                  <a:moveTo>
                    <a:pt x="4345" y="1"/>
                  </a:moveTo>
                  <a:cubicBezTo>
                    <a:pt x="3619" y="1"/>
                    <a:pt x="2904" y="254"/>
                    <a:pt x="2343" y="715"/>
                  </a:cubicBezTo>
                  <a:lnTo>
                    <a:pt x="2178" y="847"/>
                  </a:lnTo>
                  <a:cubicBezTo>
                    <a:pt x="1771" y="1177"/>
                    <a:pt x="1485" y="1617"/>
                    <a:pt x="1353" y="2123"/>
                  </a:cubicBezTo>
                  <a:lnTo>
                    <a:pt x="1" y="7160"/>
                  </a:lnTo>
                  <a:lnTo>
                    <a:pt x="1331" y="8281"/>
                  </a:lnTo>
                  <a:lnTo>
                    <a:pt x="3234" y="2684"/>
                  </a:lnTo>
                  <a:cubicBezTo>
                    <a:pt x="3421" y="3575"/>
                    <a:pt x="3949" y="6148"/>
                    <a:pt x="3872" y="6247"/>
                  </a:cubicBezTo>
                  <a:cubicBezTo>
                    <a:pt x="3773" y="6379"/>
                    <a:pt x="2288" y="10602"/>
                    <a:pt x="2288" y="10602"/>
                  </a:cubicBezTo>
                  <a:lnTo>
                    <a:pt x="9106" y="10602"/>
                  </a:lnTo>
                  <a:cubicBezTo>
                    <a:pt x="9106" y="10602"/>
                    <a:pt x="7963" y="6280"/>
                    <a:pt x="7963" y="6181"/>
                  </a:cubicBezTo>
                  <a:cubicBezTo>
                    <a:pt x="7963" y="6126"/>
                    <a:pt x="8183" y="4388"/>
                    <a:pt x="8348" y="3135"/>
                  </a:cubicBezTo>
                  <a:lnTo>
                    <a:pt x="10096" y="8281"/>
                  </a:lnTo>
                  <a:lnTo>
                    <a:pt x="11427" y="7160"/>
                  </a:lnTo>
                  <a:lnTo>
                    <a:pt x="10052" y="2013"/>
                  </a:lnTo>
                  <a:cubicBezTo>
                    <a:pt x="9931" y="1584"/>
                    <a:pt x="9689" y="1199"/>
                    <a:pt x="9337" y="924"/>
                  </a:cubicBezTo>
                  <a:lnTo>
                    <a:pt x="8963" y="616"/>
                  </a:lnTo>
                  <a:cubicBezTo>
                    <a:pt x="8480" y="221"/>
                    <a:pt x="7864" y="1"/>
                    <a:pt x="7248" y="1"/>
                  </a:cubicBezTo>
                  <a:lnTo>
                    <a:pt x="6390" y="1"/>
                  </a:lnTo>
                  <a:cubicBezTo>
                    <a:pt x="6390" y="12"/>
                    <a:pt x="6390" y="23"/>
                    <a:pt x="6390" y="34"/>
                  </a:cubicBezTo>
                  <a:cubicBezTo>
                    <a:pt x="6390" y="364"/>
                    <a:pt x="6126" y="627"/>
                    <a:pt x="5796" y="627"/>
                  </a:cubicBezTo>
                  <a:cubicBezTo>
                    <a:pt x="5477" y="627"/>
                    <a:pt x="5213" y="364"/>
                    <a:pt x="5213" y="34"/>
                  </a:cubicBezTo>
                  <a:cubicBezTo>
                    <a:pt x="5213" y="23"/>
                    <a:pt x="5213" y="12"/>
                    <a:pt x="5213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4550925" y="3454625"/>
              <a:ext cx="53900" cy="32750"/>
            </a:xfrm>
            <a:custGeom>
              <a:avLst/>
              <a:gdLst/>
              <a:ahLst/>
              <a:cxnLst/>
              <a:rect l="l" t="t" r="r" b="b"/>
              <a:pathLst>
                <a:path w="2156" h="1310" extrusionOk="0">
                  <a:moveTo>
                    <a:pt x="759" y="1"/>
                  </a:moveTo>
                  <a:cubicBezTo>
                    <a:pt x="759" y="1"/>
                    <a:pt x="0" y="880"/>
                    <a:pt x="110" y="1309"/>
                  </a:cubicBezTo>
                  <a:lnTo>
                    <a:pt x="2046" y="1309"/>
                  </a:lnTo>
                  <a:cubicBezTo>
                    <a:pt x="2156" y="880"/>
                    <a:pt x="1397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4553675" y="3487350"/>
              <a:ext cx="48400" cy="6075"/>
            </a:xfrm>
            <a:custGeom>
              <a:avLst/>
              <a:gdLst/>
              <a:ahLst/>
              <a:cxnLst/>
              <a:rect l="l" t="t" r="r" b="b"/>
              <a:pathLst>
                <a:path w="1936" h="243" extrusionOk="0">
                  <a:moveTo>
                    <a:pt x="0" y="0"/>
                  </a:moveTo>
                  <a:lnTo>
                    <a:pt x="0" y="242"/>
                  </a:lnTo>
                  <a:lnTo>
                    <a:pt x="1936" y="242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4569900" y="3449475"/>
              <a:ext cx="15950" cy="9550"/>
            </a:xfrm>
            <a:custGeom>
              <a:avLst/>
              <a:gdLst/>
              <a:ahLst/>
              <a:cxnLst/>
              <a:rect l="l" t="t" r="r" b="b"/>
              <a:pathLst>
                <a:path w="638" h="382" extrusionOk="0">
                  <a:moveTo>
                    <a:pt x="319" y="0"/>
                  </a:moveTo>
                  <a:cubicBezTo>
                    <a:pt x="234" y="0"/>
                    <a:pt x="149" y="36"/>
                    <a:pt x="88" y="108"/>
                  </a:cubicBezTo>
                  <a:lnTo>
                    <a:pt x="0" y="207"/>
                  </a:lnTo>
                  <a:cubicBezTo>
                    <a:pt x="72" y="323"/>
                    <a:pt x="193" y="381"/>
                    <a:pt x="314" y="381"/>
                  </a:cubicBezTo>
                  <a:cubicBezTo>
                    <a:pt x="432" y="381"/>
                    <a:pt x="551" y="326"/>
                    <a:pt x="627" y="218"/>
                  </a:cubicBezTo>
                  <a:lnTo>
                    <a:pt x="638" y="207"/>
                  </a:lnTo>
                  <a:lnTo>
                    <a:pt x="550" y="108"/>
                  </a:lnTo>
                  <a:cubicBezTo>
                    <a:pt x="490" y="36"/>
                    <a:pt x="404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4688925" y="3454625"/>
              <a:ext cx="53925" cy="32750"/>
            </a:xfrm>
            <a:custGeom>
              <a:avLst/>
              <a:gdLst/>
              <a:ahLst/>
              <a:cxnLst/>
              <a:rect l="l" t="t" r="r" b="b"/>
              <a:pathLst>
                <a:path w="2157" h="1310" extrusionOk="0">
                  <a:moveTo>
                    <a:pt x="760" y="1"/>
                  </a:moveTo>
                  <a:cubicBezTo>
                    <a:pt x="760" y="1"/>
                    <a:pt x="1" y="880"/>
                    <a:pt x="111" y="1309"/>
                  </a:cubicBezTo>
                  <a:lnTo>
                    <a:pt x="2046" y="1309"/>
                  </a:lnTo>
                  <a:cubicBezTo>
                    <a:pt x="2156" y="880"/>
                    <a:pt x="1398" y="1"/>
                    <a:pt x="13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4691675" y="3487350"/>
              <a:ext cx="48150" cy="6075"/>
            </a:xfrm>
            <a:custGeom>
              <a:avLst/>
              <a:gdLst/>
              <a:ahLst/>
              <a:cxnLst/>
              <a:rect l="l" t="t" r="r" b="b"/>
              <a:pathLst>
                <a:path w="1926" h="243" extrusionOk="0">
                  <a:moveTo>
                    <a:pt x="1" y="0"/>
                  </a:moveTo>
                  <a:lnTo>
                    <a:pt x="1" y="242"/>
                  </a:lnTo>
                  <a:lnTo>
                    <a:pt x="1925" y="242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4707900" y="3449475"/>
              <a:ext cx="15975" cy="9550"/>
            </a:xfrm>
            <a:custGeom>
              <a:avLst/>
              <a:gdLst/>
              <a:ahLst/>
              <a:cxnLst/>
              <a:rect l="l" t="t" r="r" b="b"/>
              <a:pathLst>
                <a:path w="639" h="382" extrusionOk="0">
                  <a:moveTo>
                    <a:pt x="314" y="0"/>
                  </a:moveTo>
                  <a:cubicBezTo>
                    <a:pt x="229" y="0"/>
                    <a:pt x="144" y="36"/>
                    <a:pt x="78" y="108"/>
                  </a:cubicBezTo>
                  <a:lnTo>
                    <a:pt x="1" y="207"/>
                  </a:lnTo>
                  <a:cubicBezTo>
                    <a:pt x="73" y="323"/>
                    <a:pt x="193" y="381"/>
                    <a:pt x="314" y="381"/>
                  </a:cubicBezTo>
                  <a:cubicBezTo>
                    <a:pt x="433" y="381"/>
                    <a:pt x="552" y="326"/>
                    <a:pt x="628" y="218"/>
                  </a:cubicBezTo>
                  <a:lnTo>
                    <a:pt x="639" y="207"/>
                  </a:lnTo>
                  <a:lnTo>
                    <a:pt x="551" y="108"/>
                  </a:lnTo>
                  <a:cubicBezTo>
                    <a:pt x="485" y="36"/>
                    <a:pt x="399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1" name="Google Shape;1671;p40"/>
          <p:cNvGrpSpPr/>
          <p:nvPr/>
        </p:nvGrpSpPr>
        <p:grpSpPr>
          <a:xfrm flipH="1">
            <a:off x="1051321" y="391274"/>
            <a:ext cx="2501057" cy="948516"/>
            <a:chOff x="3682500" y="238150"/>
            <a:chExt cx="3697600" cy="1402300"/>
          </a:xfrm>
        </p:grpSpPr>
        <p:sp>
          <p:nvSpPr>
            <p:cNvPr id="1672" name="Google Shape;1672;p40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0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0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0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0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0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CD68A59-3D7C-E148-4470-8084728AE357}"/>
              </a:ext>
            </a:extLst>
          </p:cNvPr>
          <p:cNvGrpSpPr/>
          <p:nvPr/>
        </p:nvGrpSpPr>
        <p:grpSpPr>
          <a:xfrm>
            <a:off x="5475422" y="1778852"/>
            <a:ext cx="3832547" cy="2801465"/>
            <a:chOff x="5475422" y="1547992"/>
            <a:chExt cx="3832547" cy="2801465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1556E022-8535-61E6-E486-00255A111DAF}"/>
                </a:ext>
              </a:extLst>
            </p:cNvPr>
            <p:cNvGrpSpPr/>
            <p:nvPr/>
          </p:nvGrpSpPr>
          <p:grpSpPr>
            <a:xfrm>
              <a:off x="5475422" y="1547992"/>
              <a:ext cx="3832547" cy="2801465"/>
              <a:chOff x="5369511" y="1970579"/>
              <a:chExt cx="2779479" cy="2002976"/>
            </a:xfrm>
          </p:grpSpPr>
          <p:sp>
            <p:nvSpPr>
              <p:cNvPr id="4" name="Google Shape;1638;p40">
                <a:extLst>
                  <a:ext uri="{FF2B5EF4-FFF2-40B4-BE49-F238E27FC236}">
                    <a16:creationId xmlns:a16="http://schemas.microsoft.com/office/drawing/2014/main" id="{D35658CB-B616-4C1B-1A57-07E1C1E08B2D}"/>
                  </a:ext>
                </a:extLst>
              </p:cNvPr>
              <p:cNvSpPr/>
              <p:nvPr/>
            </p:nvSpPr>
            <p:spPr>
              <a:xfrm>
                <a:off x="6698161" y="3329505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37" name="Google Shape;1637;p40"/>
              <p:cNvGrpSpPr/>
              <p:nvPr/>
            </p:nvGrpSpPr>
            <p:grpSpPr>
              <a:xfrm>
                <a:off x="5369511" y="1970579"/>
                <a:ext cx="2779479" cy="1595770"/>
                <a:chOff x="4501875" y="617075"/>
                <a:chExt cx="1835100" cy="3724800"/>
              </a:xfrm>
            </p:grpSpPr>
            <p:sp>
              <p:nvSpPr>
                <p:cNvPr id="1638" name="Google Shape;1638;p40"/>
                <p:cNvSpPr/>
                <p:nvPr/>
              </p:nvSpPr>
              <p:spPr>
                <a:xfrm>
                  <a:off x="4501875" y="617075"/>
                  <a:ext cx="1835100" cy="3724800"/>
                </a:xfrm>
                <a:prstGeom prst="rect">
                  <a:avLst/>
                </a:prstGeom>
                <a:solidFill>
                  <a:srgbClr val="01010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39" name="Google Shape;1639;p40"/>
                <p:cNvSpPr/>
                <p:nvPr/>
              </p:nvSpPr>
              <p:spPr>
                <a:xfrm>
                  <a:off x="5321325" y="4032200"/>
                  <a:ext cx="196200" cy="1962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rgbClr val="010101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5" name="Google Shape;1638;p40">
                <a:extLst>
                  <a:ext uri="{FF2B5EF4-FFF2-40B4-BE49-F238E27FC236}">
                    <a16:creationId xmlns:a16="http://schemas.microsoft.com/office/drawing/2014/main" id="{FA9BF8C2-006E-B8FA-2A6C-BD93AC0890D1}"/>
                  </a:ext>
                </a:extLst>
              </p:cNvPr>
              <p:cNvSpPr/>
              <p:nvPr/>
            </p:nvSpPr>
            <p:spPr>
              <a:xfrm rot="5400000">
                <a:off x="6698161" y="3604002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" name="image9.png">
              <a:extLst>
                <a:ext uri="{FF2B5EF4-FFF2-40B4-BE49-F238E27FC236}">
                  <a16:creationId xmlns:a16="http://schemas.microsoft.com/office/drawing/2014/main" id="{3F4E89D7-F43E-838F-5DFE-05FC31358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505144" y="1582364"/>
              <a:ext cx="3773102" cy="1944000"/>
            </a:xfrm>
            <a:prstGeom prst="rect">
              <a:avLst/>
            </a:prstGeom>
            <a:ln/>
          </p:spPr>
        </p:pic>
      </p:grpSp>
      <p:sp>
        <p:nvSpPr>
          <p:cNvPr id="9" name="Google Shape;1641;p40">
            <a:extLst>
              <a:ext uri="{FF2B5EF4-FFF2-40B4-BE49-F238E27FC236}">
                <a16:creationId xmlns:a16="http://schemas.microsoft.com/office/drawing/2014/main" id="{4703BB2B-C2A6-B481-EBB7-59D9E8F81EB5}"/>
              </a:ext>
            </a:extLst>
          </p:cNvPr>
          <p:cNvSpPr txBox="1">
            <a:spLocks/>
          </p:cNvSpPr>
          <p:nvPr/>
        </p:nvSpPr>
        <p:spPr>
          <a:xfrm>
            <a:off x="1926848" y="3432365"/>
            <a:ext cx="4302918" cy="1425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ru-RU" dirty="0">
                <a:solidFill>
                  <a:schemeClr val="dk1"/>
                </a:solidFill>
              </a:rPr>
              <a:t>Недостатки:</a:t>
            </a:r>
            <a:br>
              <a:rPr lang="ru-RU" dirty="0">
                <a:solidFill>
                  <a:schemeClr val="dk1"/>
                </a:solidFill>
              </a:rPr>
            </a:b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ограниченная база данных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ограниченные возможности для профессионалов</a:t>
            </a:r>
            <a:r>
              <a:rPr lang="fr-CH" dirty="0">
                <a:solidFill>
                  <a:schemeClr val="dk1"/>
                </a:solidFill>
              </a:rPr>
              <a:t>;</a:t>
            </a:r>
            <a:r>
              <a:rPr lang="ru-RU" dirty="0">
                <a:solidFill>
                  <a:schemeClr val="dk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бронирование билетов происходит через сторонние системы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задержка обновления данных</a:t>
            </a:r>
            <a:r>
              <a:rPr lang="fr-CH" dirty="0">
                <a:solidFill>
                  <a:schemeClr val="dk1"/>
                </a:solidFill>
              </a:rPr>
              <a:t>.</a:t>
            </a:r>
            <a:endParaRPr lang="ru-RU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0"/>
          <p:cNvSpPr txBox="1">
            <a:spLocks noGrp="1"/>
          </p:cNvSpPr>
          <p:nvPr>
            <p:ph type="title"/>
          </p:nvPr>
        </p:nvSpPr>
        <p:spPr>
          <a:xfrm>
            <a:off x="4084325" y="557780"/>
            <a:ext cx="3102492" cy="6321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>
                <a:solidFill>
                  <a:schemeClr val="bg1"/>
                </a:solidFill>
              </a:rPr>
              <a:t>Skyscanner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41" name="Google Shape;1641;p40"/>
          <p:cNvSpPr txBox="1">
            <a:spLocks noGrp="1"/>
          </p:cNvSpPr>
          <p:nvPr>
            <p:ph type="subTitle" idx="1"/>
          </p:nvPr>
        </p:nvSpPr>
        <p:spPr>
          <a:xfrm>
            <a:off x="3135387" y="1089516"/>
            <a:ext cx="2501100" cy="2485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Достоинства:</a:t>
            </a:r>
            <a:endParaRPr lang="fr-CH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гибкость поиска</a:t>
            </a:r>
            <a:r>
              <a:rPr lang="fr-CH" dirty="0">
                <a:solidFill>
                  <a:schemeClr val="dk1"/>
                </a:solidFill>
              </a:rPr>
              <a:t>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интуитивно понятный интерфейс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авторизация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отсутствие наценок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мобильная версия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функция «отслеживать цены»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интеграция с другими сервисами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справочная информация</a:t>
            </a:r>
            <a:r>
              <a:rPr lang="fr-CH" dirty="0">
                <a:solidFill>
                  <a:schemeClr val="dk1"/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</a:endParaRPr>
          </a:p>
        </p:txBody>
      </p:sp>
      <p:grpSp>
        <p:nvGrpSpPr>
          <p:cNvPr id="1671" name="Google Shape;1671;p40"/>
          <p:cNvGrpSpPr/>
          <p:nvPr/>
        </p:nvGrpSpPr>
        <p:grpSpPr>
          <a:xfrm flipH="1">
            <a:off x="1051321" y="391274"/>
            <a:ext cx="2501057" cy="948516"/>
            <a:chOff x="3682500" y="238150"/>
            <a:chExt cx="3697600" cy="1402300"/>
          </a:xfrm>
        </p:grpSpPr>
        <p:sp>
          <p:nvSpPr>
            <p:cNvPr id="1672" name="Google Shape;1672;p40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0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0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0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0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0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641;p40">
            <a:extLst>
              <a:ext uri="{FF2B5EF4-FFF2-40B4-BE49-F238E27FC236}">
                <a16:creationId xmlns:a16="http://schemas.microsoft.com/office/drawing/2014/main" id="{4703BB2B-C2A6-B481-EBB7-59D9E8F81EB5}"/>
              </a:ext>
            </a:extLst>
          </p:cNvPr>
          <p:cNvSpPr txBox="1">
            <a:spLocks/>
          </p:cNvSpPr>
          <p:nvPr/>
        </p:nvSpPr>
        <p:spPr>
          <a:xfrm>
            <a:off x="1926848" y="3432365"/>
            <a:ext cx="4302918" cy="1425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ru-RU" dirty="0">
                <a:solidFill>
                  <a:schemeClr val="dk1"/>
                </a:solidFill>
              </a:rPr>
              <a:t>Недостатки:</a:t>
            </a:r>
            <a:br>
              <a:rPr lang="ru-RU" dirty="0">
                <a:solidFill>
                  <a:schemeClr val="dk1"/>
                </a:solidFill>
              </a:rPr>
            </a:b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неактуальность цен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нет отображения рейсов на территории РФ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бронирование билетов происходит через сторонние системы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небольшое количество авиакомпаний.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6F64932-BCF1-368E-3434-1FBA470C1670}"/>
              </a:ext>
            </a:extLst>
          </p:cNvPr>
          <p:cNvGrpSpPr/>
          <p:nvPr/>
        </p:nvGrpSpPr>
        <p:grpSpPr>
          <a:xfrm>
            <a:off x="5625803" y="1683952"/>
            <a:ext cx="3832547" cy="2801465"/>
            <a:chOff x="5200855" y="1057612"/>
            <a:chExt cx="3832547" cy="2801465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A34F7F63-E0F3-0250-0AF6-7972095AF451}"/>
                </a:ext>
              </a:extLst>
            </p:cNvPr>
            <p:cNvGrpSpPr/>
            <p:nvPr/>
          </p:nvGrpSpPr>
          <p:grpSpPr>
            <a:xfrm>
              <a:off x="5200855" y="1057612"/>
              <a:ext cx="3832547" cy="2801465"/>
              <a:chOff x="5369511" y="1970579"/>
              <a:chExt cx="2779479" cy="2002976"/>
            </a:xfrm>
          </p:grpSpPr>
          <p:sp>
            <p:nvSpPr>
              <p:cNvPr id="11" name="Google Shape;1638;p40">
                <a:extLst>
                  <a:ext uri="{FF2B5EF4-FFF2-40B4-BE49-F238E27FC236}">
                    <a16:creationId xmlns:a16="http://schemas.microsoft.com/office/drawing/2014/main" id="{0B29AA42-DB15-48D1-2198-1358ABF3102B}"/>
                  </a:ext>
                </a:extLst>
              </p:cNvPr>
              <p:cNvSpPr/>
              <p:nvPr/>
            </p:nvSpPr>
            <p:spPr>
              <a:xfrm>
                <a:off x="6698161" y="3329505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" name="Google Shape;1637;p40">
                <a:extLst>
                  <a:ext uri="{FF2B5EF4-FFF2-40B4-BE49-F238E27FC236}">
                    <a16:creationId xmlns:a16="http://schemas.microsoft.com/office/drawing/2014/main" id="{D7C61C1A-23CC-9CB2-BD00-1058EC22B2F5}"/>
                  </a:ext>
                </a:extLst>
              </p:cNvPr>
              <p:cNvGrpSpPr/>
              <p:nvPr/>
            </p:nvGrpSpPr>
            <p:grpSpPr>
              <a:xfrm>
                <a:off x="5369511" y="1970579"/>
                <a:ext cx="2779479" cy="1595770"/>
                <a:chOff x="4501875" y="617075"/>
                <a:chExt cx="1835100" cy="3724800"/>
              </a:xfrm>
            </p:grpSpPr>
            <p:sp>
              <p:nvSpPr>
                <p:cNvPr id="14" name="Google Shape;1638;p40">
                  <a:extLst>
                    <a:ext uri="{FF2B5EF4-FFF2-40B4-BE49-F238E27FC236}">
                      <a16:creationId xmlns:a16="http://schemas.microsoft.com/office/drawing/2014/main" id="{FBC3B440-747D-3587-D7AD-C1E6A527AEFB}"/>
                    </a:ext>
                  </a:extLst>
                </p:cNvPr>
                <p:cNvSpPr/>
                <p:nvPr/>
              </p:nvSpPr>
              <p:spPr>
                <a:xfrm>
                  <a:off x="4501875" y="617075"/>
                  <a:ext cx="1835100" cy="3724800"/>
                </a:xfrm>
                <a:prstGeom prst="rect">
                  <a:avLst/>
                </a:prstGeom>
                <a:solidFill>
                  <a:srgbClr val="01010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" name="Google Shape;1639;p40">
                  <a:extLst>
                    <a:ext uri="{FF2B5EF4-FFF2-40B4-BE49-F238E27FC236}">
                      <a16:creationId xmlns:a16="http://schemas.microsoft.com/office/drawing/2014/main" id="{231DE6DE-1D72-F75E-6867-BF8E1087428A}"/>
                    </a:ext>
                  </a:extLst>
                </p:cNvPr>
                <p:cNvSpPr/>
                <p:nvPr/>
              </p:nvSpPr>
              <p:spPr>
                <a:xfrm>
                  <a:off x="5321325" y="4032200"/>
                  <a:ext cx="196200" cy="1962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rgbClr val="010101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13" name="Google Shape;1638;p40">
                <a:extLst>
                  <a:ext uri="{FF2B5EF4-FFF2-40B4-BE49-F238E27FC236}">
                    <a16:creationId xmlns:a16="http://schemas.microsoft.com/office/drawing/2014/main" id="{9CE7B491-122E-4F86-2F9D-F287BB6C9292}"/>
                  </a:ext>
                </a:extLst>
              </p:cNvPr>
              <p:cNvSpPr/>
              <p:nvPr/>
            </p:nvSpPr>
            <p:spPr>
              <a:xfrm rot="5400000">
                <a:off x="6698161" y="3604002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C545DF4-66A2-70F8-6566-B504C42A41B3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t="1092" b="64586"/>
            <a:stretch/>
          </p:blipFill>
          <p:spPr bwMode="auto">
            <a:xfrm>
              <a:off x="5228928" y="1095743"/>
              <a:ext cx="3776400" cy="19440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6" name="Google Shape;3034;p49">
            <a:extLst>
              <a:ext uri="{FF2B5EF4-FFF2-40B4-BE49-F238E27FC236}">
                <a16:creationId xmlns:a16="http://schemas.microsoft.com/office/drawing/2014/main" id="{8E83E74A-8158-F9F7-9384-96E5A025A041}"/>
              </a:ext>
            </a:extLst>
          </p:cNvPr>
          <p:cNvGrpSpPr>
            <a:grpSpLocks noChangeAspect="1"/>
          </p:cNvGrpSpPr>
          <p:nvPr/>
        </p:nvGrpSpPr>
        <p:grpSpPr>
          <a:xfrm>
            <a:off x="525139" y="2346928"/>
            <a:ext cx="1198354" cy="2520000"/>
            <a:chOff x="6253875" y="2316525"/>
            <a:chExt cx="316375" cy="665300"/>
          </a:xfrm>
        </p:grpSpPr>
        <p:sp>
          <p:nvSpPr>
            <p:cNvPr id="17" name="Google Shape;3035;p49">
              <a:extLst>
                <a:ext uri="{FF2B5EF4-FFF2-40B4-BE49-F238E27FC236}">
                  <a16:creationId xmlns:a16="http://schemas.microsoft.com/office/drawing/2014/main" id="{EDA8A11B-2E0C-6E46-8F41-9B4373481F10}"/>
                </a:ext>
              </a:extLst>
            </p:cNvPr>
            <p:cNvSpPr/>
            <p:nvPr/>
          </p:nvSpPr>
          <p:spPr>
            <a:xfrm>
              <a:off x="6486900" y="2669675"/>
              <a:ext cx="8400" cy="268950"/>
            </a:xfrm>
            <a:custGeom>
              <a:avLst/>
              <a:gdLst/>
              <a:ahLst/>
              <a:cxnLst/>
              <a:rect l="l" t="t" r="r" b="b"/>
              <a:pathLst>
                <a:path w="336" h="10758" extrusionOk="0">
                  <a:moveTo>
                    <a:pt x="1" y="0"/>
                  </a:moveTo>
                  <a:lnTo>
                    <a:pt x="54" y="10757"/>
                  </a:lnTo>
                  <a:lnTo>
                    <a:pt x="336" y="10757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36;p49">
              <a:extLst>
                <a:ext uri="{FF2B5EF4-FFF2-40B4-BE49-F238E27FC236}">
                  <a16:creationId xmlns:a16="http://schemas.microsoft.com/office/drawing/2014/main" id="{9158174E-444A-AD9A-FDA8-A3A73A83E4F5}"/>
                </a:ext>
              </a:extLst>
            </p:cNvPr>
            <p:cNvSpPr/>
            <p:nvPr/>
          </p:nvSpPr>
          <p:spPr>
            <a:xfrm>
              <a:off x="6479425" y="2664925"/>
              <a:ext cx="18525" cy="16875"/>
            </a:xfrm>
            <a:custGeom>
              <a:avLst/>
              <a:gdLst/>
              <a:ahLst/>
              <a:cxnLst/>
              <a:rect l="l" t="t" r="r" b="b"/>
              <a:pathLst>
                <a:path w="741" h="675" extrusionOk="0">
                  <a:moveTo>
                    <a:pt x="367" y="0"/>
                  </a:moveTo>
                  <a:cubicBezTo>
                    <a:pt x="224" y="0"/>
                    <a:pt x="97" y="98"/>
                    <a:pt x="53" y="243"/>
                  </a:cubicBezTo>
                  <a:cubicBezTo>
                    <a:pt x="0" y="420"/>
                    <a:pt x="106" y="613"/>
                    <a:pt x="282" y="666"/>
                  </a:cubicBezTo>
                  <a:cubicBezTo>
                    <a:pt x="308" y="672"/>
                    <a:pt x="334" y="674"/>
                    <a:pt x="359" y="674"/>
                  </a:cubicBezTo>
                  <a:cubicBezTo>
                    <a:pt x="507" y="674"/>
                    <a:pt x="643" y="588"/>
                    <a:pt x="688" y="437"/>
                  </a:cubicBezTo>
                  <a:cubicBezTo>
                    <a:pt x="741" y="261"/>
                    <a:pt x="635" y="67"/>
                    <a:pt x="459" y="14"/>
                  </a:cubicBezTo>
                  <a:cubicBezTo>
                    <a:pt x="428" y="5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37;p49">
              <a:extLst>
                <a:ext uri="{FF2B5EF4-FFF2-40B4-BE49-F238E27FC236}">
                  <a16:creationId xmlns:a16="http://schemas.microsoft.com/office/drawing/2014/main" id="{7154ABEC-3E9C-0863-798C-4CC25D890ACE}"/>
                </a:ext>
              </a:extLst>
            </p:cNvPr>
            <p:cNvSpPr/>
            <p:nvPr/>
          </p:nvSpPr>
          <p:spPr>
            <a:xfrm>
              <a:off x="6486900" y="2795325"/>
              <a:ext cx="83350" cy="175475"/>
            </a:xfrm>
            <a:custGeom>
              <a:avLst/>
              <a:gdLst/>
              <a:ahLst/>
              <a:cxnLst/>
              <a:rect l="l" t="t" r="r" b="b"/>
              <a:pathLst>
                <a:path w="3334" h="7019" extrusionOk="0">
                  <a:moveTo>
                    <a:pt x="2734" y="0"/>
                  </a:moveTo>
                  <a:lnTo>
                    <a:pt x="530" y="18"/>
                  </a:lnTo>
                  <a:cubicBezTo>
                    <a:pt x="230" y="18"/>
                    <a:pt x="1" y="265"/>
                    <a:pt x="1" y="564"/>
                  </a:cubicBezTo>
                  <a:lnTo>
                    <a:pt x="54" y="6490"/>
                  </a:lnTo>
                  <a:cubicBezTo>
                    <a:pt x="54" y="6789"/>
                    <a:pt x="301" y="7019"/>
                    <a:pt x="600" y="7019"/>
                  </a:cubicBezTo>
                  <a:lnTo>
                    <a:pt x="2805" y="7001"/>
                  </a:lnTo>
                  <a:cubicBezTo>
                    <a:pt x="3105" y="7001"/>
                    <a:pt x="3334" y="6754"/>
                    <a:pt x="3334" y="6454"/>
                  </a:cubicBezTo>
                  <a:lnTo>
                    <a:pt x="3281" y="529"/>
                  </a:lnTo>
                  <a:cubicBezTo>
                    <a:pt x="3281" y="229"/>
                    <a:pt x="3034" y="0"/>
                    <a:pt x="2734" y="0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38;p49">
              <a:extLst>
                <a:ext uri="{FF2B5EF4-FFF2-40B4-BE49-F238E27FC236}">
                  <a16:creationId xmlns:a16="http://schemas.microsoft.com/office/drawing/2014/main" id="{C51ADE28-94BA-3682-73C2-14AA2DE30C1C}"/>
                </a:ext>
              </a:extLst>
            </p:cNvPr>
            <p:cNvSpPr/>
            <p:nvPr/>
          </p:nvSpPr>
          <p:spPr>
            <a:xfrm>
              <a:off x="6499700" y="2958875"/>
              <a:ext cx="23375" cy="22950"/>
            </a:xfrm>
            <a:custGeom>
              <a:avLst/>
              <a:gdLst/>
              <a:ahLst/>
              <a:cxnLst/>
              <a:rect l="l" t="t" r="r" b="b"/>
              <a:pathLst>
                <a:path w="935" h="918" extrusionOk="0">
                  <a:moveTo>
                    <a:pt x="459" y="0"/>
                  </a:moveTo>
                  <a:cubicBezTo>
                    <a:pt x="194" y="0"/>
                    <a:pt x="0" y="212"/>
                    <a:pt x="0" y="459"/>
                  </a:cubicBezTo>
                  <a:cubicBezTo>
                    <a:pt x="0" y="723"/>
                    <a:pt x="212" y="917"/>
                    <a:pt x="459" y="917"/>
                  </a:cubicBezTo>
                  <a:cubicBezTo>
                    <a:pt x="723" y="917"/>
                    <a:pt x="935" y="706"/>
                    <a:pt x="917" y="459"/>
                  </a:cubicBezTo>
                  <a:cubicBezTo>
                    <a:pt x="917" y="194"/>
                    <a:pt x="706" y="0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39;p49">
              <a:extLst>
                <a:ext uri="{FF2B5EF4-FFF2-40B4-BE49-F238E27FC236}">
                  <a16:creationId xmlns:a16="http://schemas.microsoft.com/office/drawing/2014/main" id="{20AF75DB-BDF4-3E04-4C69-772A716E42DC}"/>
                </a:ext>
              </a:extLst>
            </p:cNvPr>
            <p:cNvSpPr/>
            <p:nvPr/>
          </p:nvSpPr>
          <p:spPr>
            <a:xfrm>
              <a:off x="6504550" y="2963725"/>
              <a:ext cx="13675" cy="13250"/>
            </a:xfrm>
            <a:custGeom>
              <a:avLst/>
              <a:gdLst/>
              <a:ahLst/>
              <a:cxnLst/>
              <a:rect l="l" t="t" r="r" b="b"/>
              <a:pathLst>
                <a:path w="547" h="530" extrusionOk="0">
                  <a:moveTo>
                    <a:pt x="265" y="0"/>
                  </a:moveTo>
                  <a:cubicBezTo>
                    <a:pt x="124" y="0"/>
                    <a:pt x="0" y="124"/>
                    <a:pt x="0" y="265"/>
                  </a:cubicBezTo>
                  <a:cubicBezTo>
                    <a:pt x="0" y="406"/>
                    <a:pt x="124" y="529"/>
                    <a:pt x="265" y="529"/>
                  </a:cubicBezTo>
                  <a:cubicBezTo>
                    <a:pt x="424" y="529"/>
                    <a:pt x="547" y="406"/>
                    <a:pt x="547" y="265"/>
                  </a:cubicBezTo>
                  <a:cubicBezTo>
                    <a:pt x="547" y="124"/>
                    <a:pt x="424" y="0"/>
                    <a:pt x="2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40;p49">
              <a:extLst>
                <a:ext uri="{FF2B5EF4-FFF2-40B4-BE49-F238E27FC236}">
                  <a16:creationId xmlns:a16="http://schemas.microsoft.com/office/drawing/2014/main" id="{56C0E33E-BDF8-5E3B-54C6-B93E5899404F}"/>
                </a:ext>
              </a:extLst>
            </p:cNvPr>
            <p:cNvSpPr/>
            <p:nvPr/>
          </p:nvSpPr>
          <p:spPr>
            <a:xfrm>
              <a:off x="6541575" y="2858350"/>
              <a:ext cx="15900" cy="95700"/>
            </a:xfrm>
            <a:custGeom>
              <a:avLst/>
              <a:gdLst/>
              <a:ahLst/>
              <a:cxnLst/>
              <a:rect l="l" t="t" r="r" b="b"/>
              <a:pathLst>
                <a:path w="636" h="3828" extrusionOk="0">
                  <a:moveTo>
                    <a:pt x="300" y="1"/>
                  </a:moveTo>
                  <a:cubicBezTo>
                    <a:pt x="124" y="1"/>
                    <a:pt x="1" y="142"/>
                    <a:pt x="1" y="301"/>
                  </a:cubicBezTo>
                  <a:lnTo>
                    <a:pt x="18" y="3528"/>
                  </a:lnTo>
                  <a:cubicBezTo>
                    <a:pt x="18" y="3686"/>
                    <a:pt x="159" y="3827"/>
                    <a:pt x="336" y="3827"/>
                  </a:cubicBezTo>
                  <a:cubicBezTo>
                    <a:pt x="512" y="3827"/>
                    <a:pt x="635" y="3686"/>
                    <a:pt x="635" y="3510"/>
                  </a:cubicBezTo>
                  <a:lnTo>
                    <a:pt x="618" y="301"/>
                  </a:lnTo>
                  <a:cubicBezTo>
                    <a:pt x="618" y="124"/>
                    <a:pt x="477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41;p49">
              <a:extLst>
                <a:ext uri="{FF2B5EF4-FFF2-40B4-BE49-F238E27FC236}">
                  <a16:creationId xmlns:a16="http://schemas.microsoft.com/office/drawing/2014/main" id="{2ECF29CB-9EFD-FBED-C694-F493F6A6F234}"/>
                </a:ext>
              </a:extLst>
            </p:cNvPr>
            <p:cNvSpPr/>
            <p:nvPr/>
          </p:nvSpPr>
          <p:spPr>
            <a:xfrm>
              <a:off x="6299975" y="2619400"/>
              <a:ext cx="165800" cy="338175"/>
            </a:xfrm>
            <a:custGeom>
              <a:avLst/>
              <a:gdLst/>
              <a:ahLst/>
              <a:cxnLst/>
              <a:rect l="l" t="t" r="r" b="b"/>
              <a:pathLst>
                <a:path w="6632" h="13527" extrusionOk="0">
                  <a:moveTo>
                    <a:pt x="1024" y="1"/>
                  </a:moveTo>
                  <a:lnTo>
                    <a:pt x="1" y="13527"/>
                  </a:lnTo>
                  <a:lnTo>
                    <a:pt x="724" y="13527"/>
                  </a:lnTo>
                  <a:lnTo>
                    <a:pt x="2893" y="2346"/>
                  </a:lnTo>
                  <a:cubicBezTo>
                    <a:pt x="2946" y="2152"/>
                    <a:pt x="3105" y="2011"/>
                    <a:pt x="3316" y="2011"/>
                  </a:cubicBezTo>
                  <a:cubicBezTo>
                    <a:pt x="3510" y="2011"/>
                    <a:pt x="3686" y="2152"/>
                    <a:pt x="3722" y="2346"/>
                  </a:cubicBezTo>
                  <a:lnTo>
                    <a:pt x="5908" y="13527"/>
                  </a:lnTo>
                  <a:lnTo>
                    <a:pt x="6631" y="13527"/>
                  </a:lnTo>
                  <a:lnTo>
                    <a:pt x="55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42;p49">
              <a:extLst>
                <a:ext uri="{FF2B5EF4-FFF2-40B4-BE49-F238E27FC236}">
                  <a16:creationId xmlns:a16="http://schemas.microsoft.com/office/drawing/2014/main" id="{05465A6E-CA9B-823A-B085-E61F7DA7EAEE}"/>
                </a:ext>
              </a:extLst>
            </p:cNvPr>
            <p:cNvSpPr/>
            <p:nvPr/>
          </p:nvSpPr>
          <p:spPr>
            <a:xfrm>
              <a:off x="6253875" y="2424450"/>
              <a:ext cx="113150" cy="127425"/>
            </a:xfrm>
            <a:custGeom>
              <a:avLst/>
              <a:gdLst/>
              <a:ahLst/>
              <a:cxnLst/>
              <a:rect l="l" t="t" r="r" b="b"/>
              <a:pathLst>
                <a:path w="4526" h="5097" extrusionOk="0">
                  <a:moveTo>
                    <a:pt x="3076" y="1"/>
                  </a:moveTo>
                  <a:cubicBezTo>
                    <a:pt x="2285" y="1"/>
                    <a:pt x="0" y="3617"/>
                    <a:pt x="99" y="4572"/>
                  </a:cubicBezTo>
                  <a:cubicBezTo>
                    <a:pt x="147" y="4973"/>
                    <a:pt x="535" y="5096"/>
                    <a:pt x="995" y="5096"/>
                  </a:cubicBezTo>
                  <a:cubicBezTo>
                    <a:pt x="1726" y="5096"/>
                    <a:pt x="2638" y="4783"/>
                    <a:pt x="2638" y="4783"/>
                  </a:cubicBezTo>
                  <a:cubicBezTo>
                    <a:pt x="2638" y="4783"/>
                    <a:pt x="2286" y="4219"/>
                    <a:pt x="2444" y="3919"/>
                  </a:cubicBezTo>
                  <a:lnTo>
                    <a:pt x="1810" y="3796"/>
                  </a:lnTo>
                  <a:cubicBezTo>
                    <a:pt x="1810" y="3796"/>
                    <a:pt x="4525" y="1345"/>
                    <a:pt x="3220" y="57"/>
                  </a:cubicBezTo>
                  <a:cubicBezTo>
                    <a:pt x="3181" y="19"/>
                    <a:pt x="3132" y="1"/>
                    <a:pt x="3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43;p49">
              <a:extLst>
                <a:ext uri="{FF2B5EF4-FFF2-40B4-BE49-F238E27FC236}">
                  <a16:creationId xmlns:a16="http://schemas.microsoft.com/office/drawing/2014/main" id="{95308E4E-DCD7-2F7D-5FAA-5905A74A5F9B}"/>
                </a:ext>
              </a:extLst>
            </p:cNvPr>
            <p:cNvSpPr/>
            <p:nvPr/>
          </p:nvSpPr>
          <p:spPr>
            <a:xfrm>
              <a:off x="6306600" y="2410000"/>
              <a:ext cx="155650" cy="226200"/>
            </a:xfrm>
            <a:custGeom>
              <a:avLst/>
              <a:gdLst/>
              <a:ahLst/>
              <a:cxnLst/>
              <a:rect l="l" t="t" r="r" b="b"/>
              <a:pathLst>
                <a:path w="6226" h="9048" extrusionOk="0">
                  <a:moveTo>
                    <a:pt x="2416" y="1"/>
                  </a:moveTo>
                  <a:cubicBezTo>
                    <a:pt x="2416" y="1"/>
                    <a:pt x="424" y="988"/>
                    <a:pt x="212" y="1394"/>
                  </a:cubicBezTo>
                  <a:cubicBezTo>
                    <a:pt x="0" y="1782"/>
                    <a:pt x="512" y="4991"/>
                    <a:pt x="759" y="5802"/>
                  </a:cubicBezTo>
                  <a:lnTo>
                    <a:pt x="759" y="6208"/>
                  </a:lnTo>
                  <a:cubicBezTo>
                    <a:pt x="759" y="6208"/>
                    <a:pt x="512" y="7583"/>
                    <a:pt x="512" y="8536"/>
                  </a:cubicBezTo>
                  <a:cubicBezTo>
                    <a:pt x="512" y="8536"/>
                    <a:pt x="900" y="9047"/>
                    <a:pt x="3104" y="9047"/>
                  </a:cubicBezTo>
                  <a:cubicBezTo>
                    <a:pt x="5326" y="9047"/>
                    <a:pt x="5714" y="8536"/>
                    <a:pt x="5714" y="8536"/>
                  </a:cubicBezTo>
                  <a:cubicBezTo>
                    <a:pt x="5714" y="7583"/>
                    <a:pt x="5467" y="6208"/>
                    <a:pt x="5467" y="6208"/>
                  </a:cubicBezTo>
                  <a:lnTo>
                    <a:pt x="5467" y="5802"/>
                  </a:lnTo>
                  <a:cubicBezTo>
                    <a:pt x="5714" y="4991"/>
                    <a:pt x="6225" y="1782"/>
                    <a:pt x="6014" y="1394"/>
                  </a:cubicBezTo>
                  <a:cubicBezTo>
                    <a:pt x="5802" y="988"/>
                    <a:pt x="3809" y="1"/>
                    <a:pt x="3809" y="1"/>
                  </a:cubicBezTo>
                  <a:lnTo>
                    <a:pt x="3104" y="89"/>
                  </a:lnTo>
                  <a:lnTo>
                    <a:pt x="24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44;p49">
              <a:extLst>
                <a:ext uri="{FF2B5EF4-FFF2-40B4-BE49-F238E27FC236}">
                  <a16:creationId xmlns:a16="http://schemas.microsoft.com/office/drawing/2014/main" id="{3973E4EA-9DB9-392D-1D9C-C0F3ED829D40}"/>
                </a:ext>
              </a:extLst>
            </p:cNvPr>
            <p:cNvSpPr/>
            <p:nvPr/>
          </p:nvSpPr>
          <p:spPr>
            <a:xfrm>
              <a:off x="6365225" y="2383550"/>
              <a:ext cx="37950" cy="32650"/>
            </a:xfrm>
            <a:custGeom>
              <a:avLst/>
              <a:gdLst/>
              <a:ahLst/>
              <a:cxnLst/>
              <a:rect l="l" t="t" r="r" b="b"/>
              <a:pathLst>
                <a:path w="1518" h="1306" extrusionOk="0">
                  <a:moveTo>
                    <a:pt x="1" y="1"/>
                  </a:moveTo>
                  <a:lnTo>
                    <a:pt x="1" y="1217"/>
                  </a:lnTo>
                  <a:cubicBezTo>
                    <a:pt x="1" y="1217"/>
                    <a:pt x="177" y="1305"/>
                    <a:pt x="759" y="1305"/>
                  </a:cubicBezTo>
                  <a:cubicBezTo>
                    <a:pt x="1359" y="1305"/>
                    <a:pt x="1517" y="1217"/>
                    <a:pt x="1517" y="1217"/>
                  </a:cubicBezTo>
                  <a:lnTo>
                    <a:pt x="1517" y="1"/>
                  </a:ln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45;p49">
              <a:extLst>
                <a:ext uri="{FF2B5EF4-FFF2-40B4-BE49-F238E27FC236}">
                  <a16:creationId xmlns:a16="http://schemas.microsoft.com/office/drawing/2014/main" id="{DAEC169A-E781-D7A9-F5DE-C85FA29BC6FA}"/>
                </a:ext>
              </a:extLst>
            </p:cNvPr>
            <p:cNvSpPr/>
            <p:nvPr/>
          </p:nvSpPr>
          <p:spPr>
            <a:xfrm>
              <a:off x="6347100" y="2329775"/>
              <a:ext cx="74200" cy="77600"/>
            </a:xfrm>
            <a:custGeom>
              <a:avLst/>
              <a:gdLst/>
              <a:ahLst/>
              <a:cxnLst/>
              <a:rect l="l" t="t" r="r" b="b"/>
              <a:pathLst>
                <a:path w="2968" h="3104" extrusionOk="0">
                  <a:moveTo>
                    <a:pt x="1484" y="0"/>
                  </a:moveTo>
                  <a:cubicBezTo>
                    <a:pt x="673" y="0"/>
                    <a:pt x="355" y="159"/>
                    <a:pt x="461" y="1517"/>
                  </a:cubicBezTo>
                  <a:cubicBezTo>
                    <a:pt x="461" y="1517"/>
                    <a:pt x="383" y="1423"/>
                    <a:pt x="284" y="1423"/>
                  </a:cubicBezTo>
                  <a:cubicBezTo>
                    <a:pt x="234" y="1423"/>
                    <a:pt x="179" y="1446"/>
                    <a:pt x="126" y="1517"/>
                  </a:cubicBezTo>
                  <a:cubicBezTo>
                    <a:pt x="0" y="1721"/>
                    <a:pt x="268" y="2024"/>
                    <a:pt x="440" y="2024"/>
                  </a:cubicBezTo>
                  <a:cubicBezTo>
                    <a:pt x="460" y="2024"/>
                    <a:pt x="479" y="2020"/>
                    <a:pt x="497" y="2010"/>
                  </a:cubicBezTo>
                  <a:cubicBezTo>
                    <a:pt x="497" y="2010"/>
                    <a:pt x="620" y="2910"/>
                    <a:pt x="1484" y="3104"/>
                  </a:cubicBezTo>
                  <a:cubicBezTo>
                    <a:pt x="2348" y="2910"/>
                    <a:pt x="2472" y="2010"/>
                    <a:pt x="2472" y="2010"/>
                  </a:cubicBezTo>
                  <a:cubicBezTo>
                    <a:pt x="2489" y="2020"/>
                    <a:pt x="2508" y="2024"/>
                    <a:pt x="2529" y="2024"/>
                  </a:cubicBezTo>
                  <a:cubicBezTo>
                    <a:pt x="2700" y="2024"/>
                    <a:pt x="2968" y="1721"/>
                    <a:pt x="2842" y="1517"/>
                  </a:cubicBezTo>
                  <a:cubicBezTo>
                    <a:pt x="2795" y="1446"/>
                    <a:pt x="2742" y="1423"/>
                    <a:pt x="2692" y="1423"/>
                  </a:cubicBezTo>
                  <a:cubicBezTo>
                    <a:pt x="2593" y="1423"/>
                    <a:pt x="2507" y="1517"/>
                    <a:pt x="2507" y="1517"/>
                  </a:cubicBezTo>
                  <a:cubicBezTo>
                    <a:pt x="2613" y="159"/>
                    <a:pt x="2295" y="0"/>
                    <a:pt x="1484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046;p49">
              <a:extLst>
                <a:ext uri="{FF2B5EF4-FFF2-40B4-BE49-F238E27FC236}">
                  <a16:creationId xmlns:a16="http://schemas.microsoft.com/office/drawing/2014/main" id="{2E6B7E18-B699-DBD4-3497-B90958126930}"/>
                </a:ext>
              </a:extLst>
            </p:cNvPr>
            <p:cNvSpPr/>
            <p:nvPr/>
          </p:nvSpPr>
          <p:spPr>
            <a:xfrm>
              <a:off x="6349800" y="2316525"/>
              <a:ext cx="74525" cy="95700"/>
            </a:xfrm>
            <a:custGeom>
              <a:avLst/>
              <a:gdLst/>
              <a:ahLst/>
              <a:cxnLst/>
              <a:rect l="l" t="t" r="r" b="b"/>
              <a:pathLst>
                <a:path w="2981" h="3828" extrusionOk="0">
                  <a:moveTo>
                    <a:pt x="1204" y="1"/>
                  </a:moveTo>
                  <a:cubicBezTo>
                    <a:pt x="932" y="1"/>
                    <a:pt x="642" y="102"/>
                    <a:pt x="459" y="460"/>
                  </a:cubicBezTo>
                  <a:cubicBezTo>
                    <a:pt x="459" y="460"/>
                    <a:pt x="456" y="459"/>
                    <a:pt x="451" y="459"/>
                  </a:cubicBezTo>
                  <a:cubicBezTo>
                    <a:pt x="392" y="459"/>
                    <a:pt x="43" y="489"/>
                    <a:pt x="124" y="1200"/>
                  </a:cubicBezTo>
                  <a:cubicBezTo>
                    <a:pt x="159" y="1412"/>
                    <a:pt x="1" y="3828"/>
                    <a:pt x="1306" y="3828"/>
                  </a:cubicBezTo>
                  <a:cubicBezTo>
                    <a:pt x="2628" y="3828"/>
                    <a:pt x="2628" y="1641"/>
                    <a:pt x="2681" y="1165"/>
                  </a:cubicBezTo>
                  <a:cubicBezTo>
                    <a:pt x="2681" y="1165"/>
                    <a:pt x="2981" y="759"/>
                    <a:pt x="2822" y="442"/>
                  </a:cubicBezTo>
                  <a:cubicBezTo>
                    <a:pt x="2758" y="307"/>
                    <a:pt x="2676" y="266"/>
                    <a:pt x="2602" y="266"/>
                  </a:cubicBezTo>
                  <a:cubicBezTo>
                    <a:pt x="2493" y="266"/>
                    <a:pt x="2399" y="354"/>
                    <a:pt x="2399" y="354"/>
                  </a:cubicBezTo>
                  <a:cubicBezTo>
                    <a:pt x="2399" y="354"/>
                    <a:pt x="2469" y="54"/>
                    <a:pt x="2187" y="54"/>
                  </a:cubicBezTo>
                  <a:cubicBezTo>
                    <a:pt x="1887" y="54"/>
                    <a:pt x="1887" y="177"/>
                    <a:pt x="1887" y="177"/>
                  </a:cubicBezTo>
                  <a:cubicBezTo>
                    <a:pt x="1887" y="177"/>
                    <a:pt x="1562" y="1"/>
                    <a:pt x="1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47;p49">
              <a:extLst>
                <a:ext uri="{FF2B5EF4-FFF2-40B4-BE49-F238E27FC236}">
                  <a16:creationId xmlns:a16="http://schemas.microsoft.com/office/drawing/2014/main" id="{CEFB9153-AD4E-EA77-555A-C6AC5F8B578E}"/>
                </a:ext>
              </a:extLst>
            </p:cNvPr>
            <p:cNvSpPr/>
            <p:nvPr/>
          </p:nvSpPr>
          <p:spPr>
            <a:xfrm>
              <a:off x="6299975" y="2416175"/>
              <a:ext cx="55150" cy="138900"/>
            </a:xfrm>
            <a:custGeom>
              <a:avLst/>
              <a:gdLst/>
              <a:ahLst/>
              <a:cxnLst/>
              <a:rect l="l" t="t" r="r" b="b"/>
              <a:pathLst>
                <a:path w="2206" h="5556" extrusionOk="0">
                  <a:moveTo>
                    <a:pt x="2205" y="0"/>
                  </a:moveTo>
                  <a:cubicBezTo>
                    <a:pt x="2205" y="0"/>
                    <a:pt x="1288" y="1"/>
                    <a:pt x="1006" y="530"/>
                  </a:cubicBezTo>
                  <a:cubicBezTo>
                    <a:pt x="742" y="1006"/>
                    <a:pt x="1" y="2311"/>
                    <a:pt x="1024" y="5555"/>
                  </a:cubicBezTo>
                  <a:cubicBezTo>
                    <a:pt x="1024" y="5555"/>
                    <a:pt x="1570" y="3404"/>
                    <a:pt x="1553" y="2328"/>
                  </a:cubicBezTo>
                  <a:cubicBezTo>
                    <a:pt x="1535" y="1270"/>
                    <a:pt x="2205" y="0"/>
                    <a:pt x="2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48;p49">
              <a:extLst>
                <a:ext uri="{FF2B5EF4-FFF2-40B4-BE49-F238E27FC236}">
                  <a16:creationId xmlns:a16="http://schemas.microsoft.com/office/drawing/2014/main" id="{7FF3784F-2CBE-47A2-CE36-07EA77E32872}"/>
                </a:ext>
              </a:extLst>
            </p:cNvPr>
            <p:cNvSpPr/>
            <p:nvPr/>
          </p:nvSpPr>
          <p:spPr>
            <a:xfrm>
              <a:off x="6310125" y="2512125"/>
              <a:ext cx="37500" cy="30150"/>
            </a:xfrm>
            <a:custGeom>
              <a:avLst/>
              <a:gdLst/>
              <a:ahLst/>
              <a:cxnLst/>
              <a:rect l="l" t="t" r="r" b="b"/>
              <a:pathLst>
                <a:path w="1500" h="1206" extrusionOk="0">
                  <a:moveTo>
                    <a:pt x="720" y="0"/>
                  </a:moveTo>
                  <a:cubicBezTo>
                    <a:pt x="376" y="0"/>
                    <a:pt x="194" y="412"/>
                    <a:pt x="194" y="412"/>
                  </a:cubicBezTo>
                  <a:cubicBezTo>
                    <a:pt x="0" y="659"/>
                    <a:pt x="318" y="1153"/>
                    <a:pt x="318" y="1153"/>
                  </a:cubicBezTo>
                  <a:cubicBezTo>
                    <a:pt x="318" y="1153"/>
                    <a:pt x="347" y="1165"/>
                    <a:pt x="378" y="1165"/>
                  </a:cubicBezTo>
                  <a:cubicBezTo>
                    <a:pt x="401" y="1165"/>
                    <a:pt x="426" y="1158"/>
                    <a:pt x="441" y="1135"/>
                  </a:cubicBezTo>
                  <a:cubicBezTo>
                    <a:pt x="487" y="1095"/>
                    <a:pt x="529" y="1079"/>
                    <a:pt x="566" y="1079"/>
                  </a:cubicBezTo>
                  <a:cubicBezTo>
                    <a:pt x="673" y="1079"/>
                    <a:pt x="741" y="1206"/>
                    <a:pt x="741" y="1206"/>
                  </a:cubicBezTo>
                  <a:cubicBezTo>
                    <a:pt x="1499" y="624"/>
                    <a:pt x="953" y="60"/>
                    <a:pt x="953" y="60"/>
                  </a:cubicBezTo>
                  <a:cubicBezTo>
                    <a:pt x="868" y="18"/>
                    <a:pt x="791" y="0"/>
                    <a:pt x="720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049;p49">
              <a:extLst>
                <a:ext uri="{FF2B5EF4-FFF2-40B4-BE49-F238E27FC236}">
                  <a16:creationId xmlns:a16="http://schemas.microsoft.com/office/drawing/2014/main" id="{65861DEA-B5A5-3153-09D2-0ED434323336}"/>
                </a:ext>
              </a:extLst>
            </p:cNvPr>
            <p:cNvSpPr/>
            <p:nvPr/>
          </p:nvSpPr>
          <p:spPr>
            <a:xfrm>
              <a:off x="6401375" y="2424450"/>
              <a:ext cx="113575" cy="127225"/>
            </a:xfrm>
            <a:custGeom>
              <a:avLst/>
              <a:gdLst/>
              <a:ahLst/>
              <a:cxnLst/>
              <a:rect l="l" t="t" r="r" b="b"/>
              <a:pathLst>
                <a:path w="4543" h="5089" extrusionOk="0">
                  <a:moveTo>
                    <a:pt x="1453" y="1"/>
                  </a:moveTo>
                  <a:cubicBezTo>
                    <a:pt x="1396" y="1"/>
                    <a:pt x="1347" y="19"/>
                    <a:pt x="1306" y="57"/>
                  </a:cubicBezTo>
                  <a:cubicBezTo>
                    <a:pt x="1" y="1345"/>
                    <a:pt x="2734" y="3796"/>
                    <a:pt x="2734" y="3796"/>
                  </a:cubicBezTo>
                  <a:lnTo>
                    <a:pt x="2099" y="3919"/>
                  </a:lnTo>
                  <a:cubicBezTo>
                    <a:pt x="2240" y="4219"/>
                    <a:pt x="1888" y="4783"/>
                    <a:pt x="1888" y="4783"/>
                  </a:cubicBezTo>
                  <a:cubicBezTo>
                    <a:pt x="1888" y="4783"/>
                    <a:pt x="2797" y="5089"/>
                    <a:pt x="3528" y="5089"/>
                  </a:cubicBezTo>
                  <a:cubicBezTo>
                    <a:pt x="3989" y="5089"/>
                    <a:pt x="4379" y="4967"/>
                    <a:pt x="4427" y="4572"/>
                  </a:cubicBezTo>
                  <a:cubicBezTo>
                    <a:pt x="4542" y="3617"/>
                    <a:pt x="2258" y="1"/>
                    <a:pt x="1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050;p49">
              <a:extLst>
                <a:ext uri="{FF2B5EF4-FFF2-40B4-BE49-F238E27FC236}">
                  <a16:creationId xmlns:a16="http://schemas.microsoft.com/office/drawing/2014/main" id="{FB93B328-AF98-9F4E-D4B9-A00284498534}"/>
                </a:ext>
              </a:extLst>
            </p:cNvPr>
            <p:cNvSpPr/>
            <p:nvPr/>
          </p:nvSpPr>
          <p:spPr>
            <a:xfrm>
              <a:off x="6413725" y="2416175"/>
              <a:ext cx="55125" cy="138900"/>
            </a:xfrm>
            <a:custGeom>
              <a:avLst/>
              <a:gdLst/>
              <a:ahLst/>
              <a:cxnLst/>
              <a:rect l="l" t="t" r="r" b="b"/>
              <a:pathLst>
                <a:path w="2205" h="5556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653" y="1270"/>
                    <a:pt x="653" y="2328"/>
                  </a:cubicBezTo>
                  <a:cubicBezTo>
                    <a:pt x="635" y="3404"/>
                    <a:pt x="1182" y="5555"/>
                    <a:pt x="1182" y="5555"/>
                  </a:cubicBezTo>
                  <a:cubicBezTo>
                    <a:pt x="2205" y="2311"/>
                    <a:pt x="1447" y="1006"/>
                    <a:pt x="1200" y="530"/>
                  </a:cubicBezTo>
                  <a:cubicBezTo>
                    <a:pt x="900" y="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051;p49">
              <a:extLst>
                <a:ext uri="{FF2B5EF4-FFF2-40B4-BE49-F238E27FC236}">
                  <a16:creationId xmlns:a16="http://schemas.microsoft.com/office/drawing/2014/main" id="{1792F328-2D73-AB89-107B-1D54178C75C0}"/>
                </a:ext>
              </a:extLst>
            </p:cNvPr>
            <p:cNvSpPr/>
            <p:nvPr/>
          </p:nvSpPr>
          <p:spPr>
            <a:xfrm>
              <a:off x="6420775" y="2512125"/>
              <a:ext cx="37950" cy="30150"/>
            </a:xfrm>
            <a:custGeom>
              <a:avLst/>
              <a:gdLst/>
              <a:ahLst/>
              <a:cxnLst/>
              <a:rect l="l" t="t" r="r" b="b"/>
              <a:pathLst>
                <a:path w="1518" h="1206" extrusionOk="0">
                  <a:moveTo>
                    <a:pt x="781" y="0"/>
                  </a:moveTo>
                  <a:cubicBezTo>
                    <a:pt x="710" y="0"/>
                    <a:pt x="632" y="18"/>
                    <a:pt x="547" y="60"/>
                  </a:cubicBezTo>
                  <a:cubicBezTo>
                    <a:pt x="547" y="60"/>
                    <a:pt x="1" y="624"/>
                    <a:pt x="777" y="1206"/>
                  </a:cubicBezTo>
                  <a:cubicBezTo>
                    <a:pt x="777" y="1206"/>
                    <a:pt x="845" y="1079"/>
                    <a:pt x="945" y="1079"/>
                  </a:cubicBezTo>
                  <a:cubicBezTo>
                    <a:pt x="980" y="1079"/>
                    <a:pt x="1018" y="1095"/>
                    <a:pt x="1059" y="1135"/>
                  </a:cubicBezTo>
                  <a:cubicBezTo>
                    <a:pt x="1074" y="1158"/>
                    <a:pt x="1099" y="1165"/>
                    <a:pt x="1122" y="1165"/>
                  </a:cubicBezTo>
                  <a:cubicBezTo>
                    <a:pt x="1153" y="1165"/>
                    <a:pt x="1182" y="1153"/>
                    <a:pt x="1182" y="1153"/>
                  </a:cubicBezTo>
                  <a:cubicBezTo>
                    <a:pt x="1182" y="1153"/>
                    <a:pt x="1517" y="659"/>
                    <a:pt x="1323" y="412"/>
                  </a:cubicBezTo>
                  <a:cubicBezTo>
                    <a:pt x="1323" y="412"/>
                    <a:pt x="1129" y="0"/>
                    <a:pt x="781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052;p49">
              <a:extLst>
                <a:ext uri="{FF2B5EF4-FFF2-40B4-BE49-F238E27FC236}">
                  <a16:creationId xmlns:a16="http://schemas.microsoft.com/office/drawing/2014/main" id="{CF4102F1-9F5F-1520-3C80-C2910335930D}"/>
                </a:ext>
              </a:extLst>
            </p:cNvPr>
            <p:cNvSpPr/>
            <p:nvPr/>
          </p:nvSpPr>
          <p:spPr>
            <a:xfrm>
              <a:off x="6325550" y="2555050"/>
              <a:ext cx="117300" cy="10150"/>
            </a:xfrm>
            <a:custGeom>
              <a:avLst/>
              <a:gdLst/>
              <a:ahLst/>
              <a:cxnLst/>
              <a:rect l="l" t="t" r="r" b="b"/>
              <a:pathLst>
                <a:path w="4692" h="406" extrusionOk="0">
                  <a:moveTo>
                    <a:pt x="1" y="0"/>
                  </a:moveTo>
                  <a:lnTo>
                    <a:pt x="1" y="406"/>
                  </a:lnTo>
                  <a:lnTo>
                    <a:pt x="4691" y="406"/>
                  </a:lnTo>
                  <a:lnTo>
                    <a:pt x="4691" y="0"/>
                  </a:lnTo>
                  <a:close/>
                </a:path>
              </a:pathLst>
            </a:custGeom>
            <a:solidFill>
              <a:srgbClr val="F65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053;p49">
              <a:extLst>
                <a:ext uri="{FF2B5EF4-FFF2-40B4-BE49-F238E27FC236}">
                  <a16:creationId xmlns:a16="http://schemas.microsoft.com/office/drawing/2014/main" id="{82B703D3-59A4-A0D9-FC28-79B766FFC86D}"/>
                </a:ext>
              </a:extLst>
            </p:cNvPr>
            <p:cNvSpPr/>
            <p:nvPr/>
          </p:nvSpPr>
          <p:spPr>
            <a:xfrm>
              <a:off x="6374050" y="2553275"/>
              <a:ext cx="17225" cy="13700"/>
            </a:xfrm>
            <a:custGeom>
              <a:avLst/>
              <a:gdLst/>
              <a:ahLst/>
              <a:cxnLst/>
              <a:rect l="l" t="t" r="r" b="b"/>
              <a:pathLst>
                <a:path w="689" h="548" extrusionOk="0">
                  <a:moveTo>
                    <a:pt x="0" y="1"/>
                  </a:moveTo>
                  <a:lnTo>
                    <a:pt x="0" y="547"/>
                  </a:lnTo>
                  <a:lnTo>
                    <a:pt x="688" y="547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3734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054;p49">
              <a:extLst>
                <a:ext uri="{FF2B5EF4-FFF2-40B4-BE49-F238E27FC236}">
                  <a16:creationId xmlns:a16="http://schemas.microsoft.com/office/drawing/2014/main" id="{88F7E74D-8F96-9083-CD17-5CC7079C2395}"/>
                </a:ext>
              </a:extLst>
            </p:cNvPr>
            <p:cNvSpPr/>
            <p:nvPr/>
          </p:nvSpPr>
          <p:spPr>
            <a:xfrm>
              <a:off x="6265600" y="2957550"/>
              <a:ext cx="49850" cy="17650"/>
            </a:xfrm>
            <a:custGeom>
              <a:avLst/>
              <a:gdLst/>
              <a:ahLst/>
              <a:cxnLst/>
              <a:rect l="l" t="t" r="r" b="b"/>
              <a:pathLst>
                <a:path w="1994" h="706" extrusionOk="0">
                  <a:moveTo>
                    <a:pt x="1446" y="1"/>
                  </a:moveTo>
                  <a:lnTo>
                    <a:pt x="1376" y="247"/>
                  </a:lnTo>
                  <a:lnTo>
                    <a:pt x="0" y="706"/>
                  </a:lnTo>
                  <a:lnTo>
                    <a:pt x="1993" y="706"/>
                  </a:lnTo>
                  <a:lnTo>
                    <a:pt x="19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55;p49">
              <a:extLst>
                <a:ext uri="{FF2B5EF4-FFF2-40B4-BE49-F238E27FC236}">
                  <a16:creationId xmlns:a16="http://schemas.microsoft.com/office/drawing/2014/main" id="{DD3B35F4-F917-3370-7B2A-825D6B0AB17F}"/>
                </a:ext>
              </a:extLst>
            </p:cNvPr>
            <p:cNvSpPr/>
            <p:nvPr/>
          </p:nvSpPr>
          <p:spPr>
            <a:xfrm>
              <a:off x="6450325" y="2957550"/>
              <a:ext cx="42350" cy="17650"/>
            </a:xfrm>
            <a:custGeom>
              <a:avLst/>
              <a:gdLst/>
              <a:ahLst/>
              <a:cxnLst/>
              <a:rect l="l" t="t" r="r" b="b"/>
              <a:pathLst>
                <a:path w="1694" h="706" extrusionOk="0">
                  <a:moveTo>
                    <a:pt x="0" y="1"/>
                  </a:moveTo>
                  <a:lnTo>
                    <a:pt x="0" y="706"/>
                  </a:lnTo>
                  <a:lnTo>
                    <a:pt x="1587" y="706"/>
                  </a:lnTo>
                  <a:cubicBezTo>
                    <a:pt x="1658" y="706"/>
                    <a:pt x="1693" y="618"/>
                    <a:pt x="1623" y="582"/>
                  </a:cubicBezTo>
                  <a:lnTo>
                    <a:pt x="617" y="247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56;p49">
              <a:extLst>
                <a:ext uri="{FF2B5EF4-FFF2-40B4-BE49-F238E27FC236}">
                  <a16:creationId xmlns:a16="http://schemas.microsoft.com/office/drawing/2014/main" id="{EAA085EE-32D8-8B7F-8DF9-76324C6A0223}"/>
                </a:ext>
              </a:extLst>
            </p:cNvPr>
            <p:cNvSpPr/>
            <p:nvPr/>
          </p:nvSpPr>
          <p:spPr>
            <a:xfrm>
              <a:off x="6311875" y="2427200"/>
              <a:ext cx="145075" cy="172850"/>
            </a:xfrm>
            <a:custGeom>
              <a:avLst/>
              <a:gdLst/>
              <a:ahLst/>
              <a:cxnLst/>
              <a:rect l="l" t="t" r="r" b="b"/>
              <a:pathLst>
                <a:path w="5803" h="6914" extrusionOk="0">
                  <a:moveTo>
                    <a:pt x="742" y="0"/>
                  </a:moveTo>
                  <a:cubicBezTo>
                    <a:pt x="318" y="0"/>
                    <a:pt x="1" y="318"/>
                    <a:pt x="1" y="723"/>
                  </a:cubicBezTo>
                  <a:lnTo>
                    <a:pt x="1" y="6172"/>
                  </a:lnTo>
                  <a:cubicBezTo>
                    <a:pt x="1" y="6578"/>
                    <a:pt x="318" y="6913"/>
                    <a:pt x="742" y="6913"/>
                  </a:cubicBezTo>
                  <a:lnTo>
                    <a:pt x="5062" y="6913"/>
                  </a:lnTo>
                  <a:cubicBezTo>
                    <a:pt x="5468" y="6913"/>
                    <a:pt x="5803" y="6578"/>
                    <a:pt x="5803" y="6172"/>
                  </a:cubicBezTo>
                  <a:lnTo>
                    <a:pt x="5803" y="723"/>
                  </a:lnTo>
                  <a:cubicBezTo>
                    <a:pt x="5803" y="318"/>
                    <a:pt x="5468" y="0"/>
                    <a:pt x="50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057;p49">
              <a:extLst>
                <a:ext uri="{FF2B5EF4-FFF2-40B4-BE49-F238E27FC236}">
                  <a16:creationId xmlns:a16="http://schemas.microsoft.com/office/drawing/2014/main" id="{E3C41966-1E75-B9B0-10A7-74FB68D7FE3B}"/>
                </a:ext>
              </a:extLst>
            </p:cNvPr>
            <p:cNvSpPr/>
            <p:nvPr/>
          </p:nvSpPr>
          <p:spPr>
            <a:xfrm>
              <a:off x="6311875" y="2427200"/>
              <a:ext cx="145075" cy="63500"/>
            </a:xfrm>
            <a:custGeom>
              <a:avLst/>
              <a:gdLst/>
              <a:ahLst/>
              <a:cxnLst/>
              <a:rect l="l" t="t" r="r" b="b"/>
              <a:pathLst>
                <a:path w="5803" h="2540" extrusionOk="0">
                  <a:moveTo>
                    <a:pt x="742" y="0"/>
                  </a:moveTo>
                  <a:cubicBezTo>
                    <a:pt x="318" y="0"/>
                    <a:pt x="1" y="318"/>
                    <a:pt x="1" y="723"/>
                  </a:cubicBezTo>
                  <a:lnTo>
                    <a:pt x="1" y="1164"/>
                  </a:lnTo>
                  <a:cubicBezTo>
                    <a:pt x="1" y="1164"/>
                    <a:pt x="477" y="2540"/>
                    <a:pt x="2893" y="2540"/>
                  </a:cubicBezTo>
                  <a:cubicBezTo>
                    <a:pt x="5309" y="2540"/>
                    <a:pt x="5803" y="1164"/>
                    <a:pt x="5803" y="1164"/>
                  </a:cubicBezTo>
                  <a:lnTo>
                    <a:pt x="5803" y="723"/>
                  </a:lnTo>
                  <a:cubicBezTo>
                    <a:pt x="5803" y="318"/>
                    <a:pt x="5468" y="0"/>
                    <a:pt x="5062" y="0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58;p49">
              <a:extLst>
                <a:ext uri="{FF2B5EF4-FFF2-40B4-BE49-F238E27FC236}">
                  <a16:creationId xmlns:a16="http://schemas.microsoft.com/office/drawing/2014/main" id="{325ED12A-08A3-9AE4-73B0-8F676315D7C3}"/>
                </a:ext>
              </a:extLst>
            </p:cNvPr>
            <p:cNvSpPr/>
            <p:nvPr/>
          </p:nvSpPr>
          <p:spPr>
            <a:xfrm>
              <a:off x="6331275" y="2510950"/>
              <a:ext cx="109375" cy="72775"/>
            </a:xfrm>
            <a:custGeom>
              <a:avLst/>
              <a:gdLst/>
              <a:ahLst/>
              <a:cxnLst/>
              <a:rect l="l" t="t" r="r" b="b"/>
              <a:pathLst>
                <a:path w="4375" h="2911" extrusionOk="0">
                  <a:moveTo>
                    <a:pt x="301" y="1"/>
                  </a:moveTo>
                  <a:cubicBezTo>
                    <a:pt x="142" y="1"/>
                    <a:pt x="1" y="124"/>
                    <a:pt x="1" y="301"/>
                  </a:cubicBezTo>
                  <a:lnTo>
                    <a:pt x="1" y="2593"/>
                  </a:lnTo>
                  <a:cubicBezTo>
                    <a:pt x="1" y="2769"/>
                    <a:pt x="142" y="2911"/>
                    <a:pt x="301" y="2911"/>
                  </a:cubicBezTo>
                  <a:lnTo>
                    <a:pt x="4074" y="2911"/>
                  </a:lnTo>
                  <a:cubicBezTo>
                    <a:pt x="4233" y="2911"/>
                    <a:pt x="4374" y="2769"/>
                    <a:pt x="4374" y="2593"/>
                  </a:cubicBezTo>
                  <a:lnTo>
                    <a:pt x="4374" y="301"/>
                  </a:lnTo>
                  <a:cubicBezTo>
                    <a:pt x="4374" y="124"/>
                    <a:pt x="4233" y="1"/>
                    <a:pt x="4074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59;p49">
              <a:extLst>
                <a:ext uri="{FF2B5EF4-FFF2-40B4-BE49-F238E27FC236}">
                  <a16:creationId xmlns:a16="http://schemas.microsoft.com/office/drawing/2014/main" id="{351C1507-6D3A-C547-73B4-2780D8BBFC70}"/>
                </a:ext>
              </a:extLst>
            </p:cNvPr>
            <p:cNvSpPr/>
            <p:nvPr/>
          </p:nvSpPr>
          <p:spPr>
            <a:xfrm>
              <a:off x="6331275" y="2540050"/>
              <a:ext cx="109375" cy="3550"/>
            </a:xfrm>
            <a:custGeom>
              <a:avLst/>
              <a:gdLst/>
              <a:ahLst/>
              <a:cxnLst/>
              <a:rect l="l" t="t" r="r" b="b"/>
              <a:pathLst>
                <a:path w="4375" h="142" extrusionOk="0">
                  <a:moveTo>
                    <a:pt x="1" y="1"/>
                  </a:moveTo>
                  <a:lnTo>
                    <a:pt x="1" y="142"/>
                  </a:lnTo>
                  <a:lnTo>
                    <a:pt x="4374" y="142"/>
                  </a:lnTo>
                  <a:lnTo>
                    <a:pt x="43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060;p49">
              <a:extLst>
                <a:ext uri="{FF2B5EF4-FFF2-40B4-BE49-F238E27FC236}">
                  <a16:creationId xmlns:a16="http://schemas.microsoft.com/office/drawing/2014/main" id="{219B2487-706D-EFD9-DA81-7CA04AD4F213}"/>
                </a:ext>
              </a:extLst>
            </p:cNvPr>
            <p:cNvSpPr/>
            <p:nvPr/>
          </p:nvSpPr>
          <p:spPr>
            <a:xfrm>
              <a:off x="6426075" y="2543575"/>
              <a:ext cx="10600" cy="18100"/>
            </a:xfrm>
            <a:custGeom>
              <a:avLst/>
              <a:gdLst/>
              <a:ahLst/>
              <a:cxnLst/>
              <a:rect l="l" t="t" r="r" b="b"/>
              <a:pathLst>
                <a:path w="424" h="724" extrusionOk="0">
                  <a:moveTo>
                    <a:pt x="0" y="1"/>
                  </a:moveTo>
                  <a:lnTo>
                    <a:pt x="0" y="724"/>
                  </a:lnTo>
                  <a:lnTo>
                    <a:pt x="424" y="724"/>
                  </a:lnTo>
                  <a:lnTo>
                    <a:pt x="4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061;p49">
              <a:extLst>
                <a:ext uri="{FF2B5EF4-FFF2-40B4-BE49-F238E27FC236}">
                  <a16:creationId xmlns:a16="http://schemas.microsoft.com/office/drawing/2014/main" id="{5D08ADFA-5E6B-C16F-6DF2-1014CA46B6C8}"/>
                </a:ext>
              </a:extLst>
            </p:cNvPr>
            <p:cNvSpPr/>
            <p:nvPr/>
          </p:nvSpPr>
          <p:spPr>
            <a:xfrm>
              <a:off x="6378900" y="2477900"/>
              <a:ext cx="11050" cy="25150"/>
            </a:xfrm>
            <a:custGeom>
              <a:avLst/>
              <a:gdLst/>
              <a:ahLst/>
              <a:cxnLst/>
              <a:rect l="l" t="t" r="r" b="b"/>
              <a:pathLst>
                <a:path w="442" h="1006" extrusionOk="0">
                  <a:moveTo>
                    <a:pt x="0" y="0"/>
                  </a:moveTo>
                  <a:lnTo>
                    <a:pt x="0" y="1005"/>
                  </a:lnTo>
                  <a:lnTo>
                    <a:pt x="441" y="1005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62;p49">
              <a:extLst>
                <a:ext uri="{FF2B5EF4-FFF2-40B4-BE49-F238E27FC236}">
                  <a16:creationId xmlns:a16="http://schemas.microsoft.com/office/drawing/2014/main" id="{947D4C01-0883-7ACA-2BD7-A841FCC90C6C}"/>
                </a:ext>
              </a:extLst>
            </p:cNvPr>
            <p:cNvSpPr/>
            <p:nvPr/>
          </p:nvSpPr>
          <p:spPr>
            <a:xfrm>
              <a:off x="6375800" y="2485825"/>
              <a:ext cx="17225" cy="9300"/>
            </a:xfrm>
            <a:custGeom>
              <a:avLst/>
              <a:gdLst/>
              <a:ahLst/>
              <a:cxnLst/>
              <a:rect l="l" t="t" r="r" b="b"/>
              <a:pathLst>
                <a:path w="689" h="372" extrusionOk="0">
                  <a:moveTo>
                    <a:pt x="1" y="1"/>
                  </a:moveTo>
                  <a:lnTo>
                    <a:pt x="1" y="371"/>
                  </a:lnTo>
                  <a:lnTo>
                    <a:pt x="689" y="371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0514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0"/>
          <p:cNvSpPr txBox="1">
            <a:spLocks noGrp="1"/>
          </p:cNvSpPr>
          <p:nvPr>
            <p:ph type="title"/>
          </p:nvPr>
        </p:nvSpPr>
        <p:spPr>
          <a:xfrm>
            <a:off x="4084325" y="557780"/>
            <a:ext cx="3102492" cy="6321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>
                <a:solidFill>
                  <a:schemeClr val="bg1"/>
                </a:solidFill>
              </a:rPr>
              <a:t>Amadeus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41" name="Google Shape;1641;p40"/>
          <p:cNvSpPr txBox="1">
            <a:spLocks noGrp="1"/>
          </p:cNvSpPr>
          <p:nvPr>
            <p:ph type="subTitle" idx="1"/>
          </p:nvPr>
        </p:nvSpPr>
        <p:spPr>
          <a:xfrm>
            <a:off x="3135387" y="1089516"/>
            <a:ext cx="2501100" cy="2826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Достоинства: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обширная база данных о рейсах и ценах;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высокая скорость обработки запросов;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широкие возможности для управления продажами;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стабильность работы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интеграция с другими системами;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 инструменты для создания индивидуальных маршрутов.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dk1"/>
              </a:solidFill>
            </a:endParaRPr>
          </a:p>
        </p:txBody>
      </p:sp>
      <p:grpSp>
        <p:nvGrpSpPr>
          <p:cNvPr id="1671" name="Google Shape;1671;p40"/>
          <p:cNvGrpSpPr/>
          <p:nvPr/>
        </p:nvGrpSpPr>
        <p:grpSpPr>
          <a:xfrm flipH="1">
            <a:off x="1051321" y="391274"/>
            <a:ext cx="2501057" cy="948516"/>
            <a:chOff x="3682500" y="238150"/>
            <a:chExt cx="3697600" cy="1402300"/>
          </a:xfrm>
        </p:grpSpPr>
        <p:sp>
          <p:nvSpPr>
            <p:cNvPr id="1672" name="Google Shape;1672;p40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0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0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0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0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0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0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0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641;p40">
            <a:extLst>
              <a:ext uri="{FF2B5EF4-FFF2-40B4-BE49-F238E27FC236}">
                <a16:creationId xmlns:a16="http://schemas.microsoft.com/office/drawing/2014/main" id="{4703BB2B-C2A6-B481-EBB7-59D9E8F81EB5}"/>
              </a:ext>
            </a:extLst>
          </p:cNvPr>
          <p:cNvSpPr txBox="1">
            <a:spLocks/>
          </p:cNvSpPr>
          <p:nvPr/>
        </p:nvSpPr>
        <p:spPr>
          <a:xfrm>
            <a:off x="788918" y="3460259"/>
            <a:ext cx="4302918" cy="1425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ru-RU" dirty="0">
                <a:solidFill>
                  <a:schemeClr val="dk1"/>
                </a:solidFill>
              </a:rPr>
              <a:t>Недостатки:</a:t>
            </a:r>
            <a:br>
              <a:rPr lang="ru-RU" dirty="0">
                <a:solidFill>
                  <a:schemeClr val="dk1"/>
                </a:solidFill>
              </a:rPr>
            </a:b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сложный интерфейс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необходимость постоянного обучения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нет мобильной версии</a:t>
            </a:r>
            <a:r>
              <a:rPr lang="fr-CH" dirty="0">
                <a:solidFill>
                  <a:schemeClr val="dk1"/>
                </a:solidFill>
              </a:rPr>
              <a:t>;</a:t>
            </a:r>
            <a:endParaRPr lang="ru-RU" dirty="0">
              <a:solidFill>
                <a:schemeClr val="dk1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ограниченный доступ к некоторым низкобюджетным авиакомпаниям.</a:t>
            </a:r>
          </a:p>
        </p:txBody>
      </p:sp>
      <p:grpSp>
        <p:nvGrpSpPr>
          <p:cNvPr id="4" name="Google Shape;3092;p49">
            <a:extLst>
              <a:ext uri="{FF2B5EF4-FFF2-40B4-BE49-F238E27FC236}">
                <a16:creationId xmlns:a16="http://schemas.microsoft.com/office/drawing/2014/main" id="{FA009122-38E4-C459-51CE-9262496EE185}"/>
              </a:ext>
            </a:extLst>
          </p:cNvPr>
          <p:cNvGrpSpPr>
            <a:grpSpLocks noChangeAspect="1"/>
          </p:cNvGrpSpPr>
          <p:nvPr/>
        </p:nvGrpSpPr>
        <p:grpSpPr>
          <a:xfrm>
            <a:off x="204207" y="1038374"/>
            <a:ext cx="2935083" cy="2520000"/>
            <a:chOff x="4246450" y="2399650"/>
            <a:chExt cx="1420050" cy="1219225"/>
          </a:xfrm>
        </p:grpSpPr>
        <p:sp>
          <p:nvSpPr>
            <p:cNvPr id="5" name="Google Shape;3093;p49">
              <a:extLst>
                <a:ext uri="{FF2B5EF4-FFF2-40B4-BE49-F238E27FC236}">
                  <a16:creationId xmlns:a16="http://schemas.microsoft.com/office/drawing/2014/main" id="{F9E8162B-8651-D9AF-5D84-21F081D51EEA}"/>
                </a:ext>
              </a:extLst>
            </p:cNvPr>
            <p:cNvSpPr/>
            <p:nvPr/>
          </p:nvSpPr>
          <p:spPr>
            <a:xfrm>
              <a:off x="5489225" y="3311075"/>
              <a:ext cx="177275" cy="186000"/>
            </a:xfrm>
            <a:custGeom>
              <a:avLst/>
              <a:gdLst/>
              <a:ahLst/>
              <a:cxnLst/>
              <a:rect l="l" t="t" r="r" b="b"/>
              <a:pathLst>
                <a:path w="7091" h="7440" extrusionOk="0">
                  <a:moveTo>
                    <a:pt x="6483" y="0"/>
                  </a:moveTo>
                  <a:cubicBezTo>
                    <a:pt x="6430" y="0"/>
                    <a:pt x="6332" y="8"/>
                    <a:pt x="6226" y="55"/>
                  </a:cubicBezTo>
                  <a:cubicBezTo>
                    <a:pt x="6085" y="126"/>
                    <a:pt x="5909" y="284"/>
                    <a:pt x="5662" y="602"/>
                  </a:cubicBezTo>
                  <a:cubicBezTo>
                    <a:pt x="5573" y="708"/>
                    <a:pt x="5485" y="831"/>
                    <a:pt x="5397" y="972"/>
                  </a:cubicBezTo>
                  <a:cubicBezTo>
                    <a:pt x="4604" y="2189"/>
                    <a:pt x="1570" y="3653"/>
                    <a:pt x="1570" y="3653"/>
                  </a:cubicBezTo>
                  <a:cubicBezTo>
                    <a:pt x="1606" y="4058"/>
                    <a:pt x="1" y="5522"/>
                    <a:pt x="1" y="5522"/>
                  </a:cubicBezTo>
                  <a:cubicBezTo>
                    <a:pt x="1" y="5522"/>
                    <a:pt x="19" y="6386"/>
                    <a:pt x="742" y="6950"/>
                  </a:cubicBezTo>
                  <a:cubicBezTo>
                    <a:pt x="988" y="7127"/>
                    <a:pt x="1324" y="7391"/>
                    <a:pt x="1712" y="7426"/>
                  </a:cubicBezTo>
                  <a:cubicBezTo>
                    <a:pt x="1738" y="7435"/>
                    <a:pt x="1769" y="7440"/>
                    <a:pt x="1802" y="7440"/>
                  </a:cubicBezTo>
                  <a:cubicBezTo>
                    <a:pt x="1835" y="7440"/>
                    <a:pt x="1870" y="7435"/>
                    <a:pt x="1905" y="7426"/>
                  </a:cubicBezTo>
                  <a:cubicBezTo>
                    <a:pt x="2346" y="7373"/>
                    <a:pt x="2523" y="7162"/>
                    <a:pt x="2523" y="7162"/>
                  </a:cubicBezTo>
                  <a:lnTo>
                    <a:pt x="3281" y="6245"/>
                  </a:lnTo>
                  <a:cubicBezTo>
                    <a:pt x="3281" y="6245"/>
                    <a:pt x="5767" y="3829"/>
                    <a:pt x="6420" y="2418"/>
                  </a:cubicBezTo>
                  <a:cubicBezTo>
                    <a:pt x="7090" y="1025"/>
                    <a:pt x="6526" y="2"/>
                    <a:pt x="6526" y="2"/>
                  </a:cubicBezTo>
                  <a:cubicBezTo>
                    <a:pt x="6526" y="2"/>
                    <a:pt x="6510" y="0"/>
                    <a:pt x="6483" y="0"/>
                  </a:cubicBezTo>
                  <a:close/>
                </a:path>
              </a:pathLst>
            </a:custGeom>
            <a:solidFill>
              <a:schemeClr val="accent4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94;p49">
              <a:extLst>
                <a:ext uri="{FF2B5EF4-FFF2-40B4-BE49-F238E27FC236}">
                  <a16:creationId xmlns:a16="http://schemas.microsoft.com/office/drawing/2014/main" id="{993329B7-E7B2-A646-8BDD-AC51D8604955}"/>
                </a:ext>
              </a:extLst>
            </p:cNvPr>
            <p:cNvSpPr/>
            <p:nvPr/>
          </p:nvSpPr>
          <p:spPr>
            <a:xfrm>
              <a:off x="5549200" y="3448675"/>
              <a:ext cx="40125" cy="47200"/>
            </a:xfrm>
            <a:custGeom>
              <a:avLst/>
              <a:gdLst/>
              <a:ahLst/>
              <a:cxnLst/>
              <a:rect l="l" t="t" r="r" b="b"/>
              <a:pathLst>
                <a:path w="1605" h="1888" extrusionOk="0">
                  <a:moveTo>
                    <a:pt x="1605" y="0"/>
                  </a:moveTo>
                  <a:cubicBezTo>
                    <a:pt x="1605" y="1"/>
                    <a:pt x="300" y="1235"/>
                    <a:pt x="0" y="1764"/>
                  </a:cubicBezTo>
                  <a:lnTo>
                    <a:pt x="177" y="1887"/>
                  </a:lnTo>
                  <a:lnTo>
                    <a:pt x="16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95;p49">
              <a:extLst>
                <a:ext uri="{FF2B5EF4-FFF2-40B4-BE49-F238E27FC236}">
                  <a16:creationId xmlns:a16="http://schemas.microsoft.com/office/drawing/2014/main" id="{5E57847E-940B-14DA-5DB6-5C3AB6367AB4}"/>
                </a:ext>
              </a:extLst>
            </p:cNvPr>
            <p:cNvSpPr/>
            <p:nvPr/>
          </p:nvSpPr>
          <p:spPr>
            <a:xfrm>
              <a:off x="5330075" y="3286875"/>
              <a:ext cx="299825" cy="178125"/>
            </a:xfrm>
            <a:custGeom>
              <a:avLst/>
              <a:gdLst/>
              <a:ahLst/>
              <a:cxnLst/>
              <a:rect l="l" t="t" r="r" b="b"/>
              <a:pathLst>
                <a:path w="11993" h="7125" extrusionOk="0">
                  <a:moveTo>
                    <a:pt x="1535" y="0"/>
                  </a:moveTo>
                  <a:lnTo>
                    <a:pt x="1" y="2258"/>
                  </a:lnTo>
                  <a:cubicBezTo>
                    <a:pt x="1" y="2258"/>
                    <a:pt x="6349" y="6225"/>
                    <a:pt x="6526" y="7125"/>
                  </a:cubicBezTo>
                  <a:cubicBezTo>
                    <a:pt x="6526" y="7125"/>
                    <a:pt x="8730" y="6701"/>
                    <a:pt x="10793" y="4550"/>
                  </a:cubicBezTo>
                  <a:cubicBezTo>
                    <a:pt x="11781" y="3580"/>
                    <a:pt x="11992" y="2381"/>
                    <a:pt x="11675" y="2293"/>
                  </a:cubicBezTo>
                  <a:cubicBezTo>
                    <a:pt x="11667" y="2290"/>
                    <a:pt x="11658" y="2289"/>
                    <a:pt x="11647" y="2289"/>
                  </a:cubicBezTo>
                  <a:cubicBezTo>
                    <a:pt x="11272" y="2289"/>
                    <a:pt x="9281" y="3925"/>
                    <a:pt x="7681" y="3925"/>
                  </a:cubicBezTo>
                  <a:cubicBezTo>
                    <a:pt x="7533" y="3925"/>
                    <a:pt x="7388" y="3911"/>
                    <a:pt x="7249" y="3880"/>
                  </a:cubicBezTo>
                  <a:cubicBezTo>
                    <a:pt x="5556" y="3492"/>
                    <a:pt x="1535" y="0"/>
                    <a:pt x="1535" y="0"/>
                  </a:cubicBezTo>
                  <a:close/>
                </a:path>
              </a:pathLst>
            </a:custGeom>
            <a:solidFill>
              <a:srgbClr val="EC9D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96;p49">
              <a:extLst>
                <a:ext uri="{FF2B5EF4-FFF2-40B4-BE49-F238E27FC236}">
                  <a16:creationId xmlns:a16="http://schemas.microsoft.com/office/drawing/2014/main" id="{52109196-6C55-C5AE-718D-D593BD9DF739}"/>
                </a:ext>
              </a:extLst>
            </p:cNvPr>
            <p:cNvSpPr/>
            <p:nvPr/>
          </p:nvSpPr>
          <p:spPr>
            <a:xfrm>
              <a:off x="4653825" y="3016500"/>
              <a:ext cx="796200" cy="377075"/>
            </a:xfrm>
            <a:custGeom>
              <a:avLst/>
              <a:gdLst/>
              <a:ahLst/>
              <a:cxnLst/>
              <a:rect l="l" t="t" r="r" b="b"/>
              <a:pathLst>
                <a:path w="31848" h="15083" extrusionOk="0">
                  <a:moveTo>
                    <a:pt x="3694" y="1"/>
                  </a:moveTo>
                  <a:cubicBezTo>
                    <a:pt x="1745" y="1"/>
                    <a:pt x="374" y="420"/>
                    <a:pt x="264" y="1575"/>
                  </a:cubicBezTo>
                  <a:cubicBezTo>
                    <a:pt x="0" y="4255"/>
                    <a:pt x="2459" y="6038"/>
                    <a:pt x="5488" y="6038"/>
                  </a:cubicBezTo>
                  <a:cubicBezTo>
                    <a:pt x="6305" y="6038"/>
                    <a:pt x="7165" y="5908"/>
                    <a:pt x="8023" y="5631"/>
                  </a:cubicBezTo>
                  <a:cubicBezTo>
                    <a:pt x="8416" y="5503"/>
                    <a:pt x="8868" y="5446"/>
                    <a:pt x="9362" y="5446"/>
                  </a:cubicBezTo>
                  <a:cubicBezTo>
                    <a:pt x="13425" y="5446"/>
                    <a:pt x="20297" y="9316"/>
                    <a:pt x="20297" y="9316"/>
                  </a:cubicBezTo>
                  <a:lnTo>
                    <a:pt x="29820" y="15083"/>
                  </a:lnTo>
                  <a:lnTo>
                    <a:pt x="31847" y="12385"/>
                  </a:lnTo>
                  <a:cubicBezTo>
                    <a:pt x="31847" y="12385"/>
                    <a:pt x="20350" y="3268"/>
                    <a:pt x="18533" y="2915"/>
                  </a:cubicBezTo>
                  <a:cubicBezTo>
                    <a:pt x="17232" y="2675"/>
                    <a:pt x="8618" y="1"/>
                    <a:pt x="3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097;p49">
              <a:extLst>
                <a:ext uri="{FF2B5EF4-FFF2-40B4-BE49-F238E27FC236}">
                  <a16:creationId xmlns:a16="http://schemas.microsoft.com/office/drawing/2014/main" id="{6BAD7949-9AE6-A37F-3FF2-3F444CA79FD9}"/>
                </a:ext>
              </a:extLst>
            </p:cNvPr>
            <p:cNvSpPr/>
            <p:nvPr/>
          </p:nvSpPr>
          <p:spPr>
            <a:xfrm>
              <a:off x="5390050" y="3318625"/>
              <a:ext cx="95675" cy="103175"/>
            </a:xfrm>
            <a:custGeom>
              <a:avLst/>
              <a:gdLst/>
              <a:ahLst/>
              <a:cxnLst/>
              <a:rect l="l" t="t" r="r" b="b"/>
              <a:pathLst>
                <a:path w="3827" h="4127" extrusionOk="0">
                  <a:moveTo>
                    <a:pt x="2381" y="0"/>
                  </a:moveTo>
                  <a:lnTo>
                    <a:pt x="0" y="3174"/>
                  </a:lnTo>
                  <a:lnTo>
                    <a:pt x="1887" y="4127"/>
                  </a:lnTo>
                  <a:lnTo>
                    <a:pt x="3827" y="1517"/>
                  </a:lnTo>
                  <a:lnTo>
                    <a:pt x="23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098;p49">
              <a:extLst>
                <a:ext uri="{FF2B5EF4-FFF2-40B4-BE49-F238E27FC236}">
                  <a16:creationId xmlns:a16="http://schemas.microsoft.com/office/drawing/2014/main" id="{C9210738-335C-96BF-DC1A-970AE6C1D561}"/>
                </a:ext>
              </a:extLst>
            </p:cNvPr>
            <p:cNvSpPr/>
            <p:nvPr/>
          </p:nvSpPr>
          <p:spPr>
            <a:xfrm>
              <a:off x="5077900" y="3489225"/>
              <a:ext cx="226200" cy="83925"/>
            </a:xfrm>
            <a:custGeom>
              <a:avLst/>
              <a:gdLst/>
              <a:ahLst/>
              <a:cxnLst/>
              <a:rect l="l" t="t" r="r" b="b"/>
              <a:pathLst>
                <a:path w="9048" h="3357" extrusionOk="0">
                  <a:moveTo>
                    <a:pt x="706" y="1"/>
                  </a:moveTo>
                  <a:cubicBezTo>
                    <a:pt x="706" y="1"/>
                    <a:pt x="19" y="530"/>
                    <a:pt x="19" y="1447"/>
                  </a:cubicBezTo>
                  <a:cubicBezTo>
                    <a:pt x="1" y="1746"/>
                    <a:pt x="1" y="2187"/>
                    <a:pt x="195" y="2505"/>
                  </a:cubicBezTo>
                  <a:cubicBezTo>
                    <a:pt x="230" y="2558"/>
                    <a:pt x="265" y="2610"/>
                    <a:pt x="318" y="2663"/>
                  </a:cubicBezTo>
                  <a:cubicBezTo>
                    <a:pt x="636" y="2981"/>
                    <a:pt x="918" y="2998"/>
                    <a:pt x="918" y="2998"/>
                  </a:cubicBezTo>
                  <a:lnTo>
                    <a:pt x="2099" y="3051"/>
                  </a:lnTo>
                  <a:cubicBezTo>
                    <a:pt x="2099" y="3051"/>
                    <a:pt x="4083" y="3356"/>
                    <a:pt x="5702" y="3356"/>
                  </a:cubicBezTo>
                  <a:cubicBezTo>
                    <a:pt x="6214" y="3356"/>
                    <a:pt x="6690" y="3326"/>
                    <a:pt x="7055" y="3245"/>
                  </a:cubicBezTo>
                  <a:cubicBezTo>
                    <a:pt x="8571" y="2928"/>
                    <a:pt x="9047" y="1870"/>
                    <a:pt x="9047" y="1870"/>
                  </a:cubicBezTo>
                  <a:cubicBezTo>
                    <a:pt x="9047" y="1870"/>
                    <a:pt x="8977" y="1746"/>
                    <a:pt x="8818" y="1658"/>
                  </a:cubicBezTo>
                  <a:cubicBezTo>
                    <a:pt x="8677" y="1588"/>
                    <a:pt x="8430" y="1552"/>
                    <a:pt x="8042" y="1535"/>
                  </a:cubicBezTo>
                  <a:cubicBezTo>
                    <a:pt x="7901" y="1535"/>
                    <a:pt x="7742" y="1535"/>
                    <a:pt x="7584" y="1552"/>
                  </a:cubicBezTo>
                  <a:cubicBezTo>
                    <a:pt x="7536" y="1556"/>
                    <a:pt x="7486" y="1558"/>
                    <a:pt x="7434" y="1558"/>
                  </a:cubicBezTo>
                  <a:cubicBezTo>
                    <a:pt x="5941" y="1558"/>
                    <a:pt x="3140" y="124"/>
                    <a:pt x="3140" y="124"/>
                  </a:cubicBezTo>
                  <a:cubicBezTo>
                    <a:pt x="3064" y="191"/>
                    <a:pt x="2869" y="216"/>
                    <a:pt x="2621" y="216"/>
                  </a:cubicBezTo>
                  <a:cubicBezTo>
                    <a:pt x="1893" y="216"/>
                    <a:pt x="706" y="1"/>
                    <a:pt x="706" y="1"/>
                  </a:cubicBezTo>
                  <a:close/>
                </a:path>
              </a:pathLst>
            </a:custGeom>
            <a:solidFill>
              <a:schemeClr val="accent4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99;p49">
              <a:extLst>
                <a:ext uri="{FF2B5EF4-FFF2-40B4-BE49-F238E27FC236}">
                  <a16:creationId xmlns:a16="http://schemas.microsoft.com/office/drawing/2014/main" id="{657E688F-3075-F0A6-DA2C-65D5E41F8884}"/>
                </a:ext>
              </a:extLst>
            </p:cNvPr>
            <p:cNvSpPr/>
            <p:nvPr/>
          </p:nvSpPr>
          <p:spPr>
            <a:xfrm>
              <a:off x="5096875" y="3562875"/>
              <a:ext cx="59100" cy="5725"/>
            </a:xfrm>
            <a:custGeom>
              <a:avLst/>
              <a:gdLst/>
              <a:ahLst/>
              <a:cxnLst/>
              <a:rect l="l" t="t" r="r" b="b"/>
              <a:pathLst>
                <a:path w="2364" h="229" extrusionOk="0">
                  <a:moveTo>
                    <a:pt x="282" y="1"/>
                  </a:moveTo>
                  <a:cubicBezTo>
                    <a:pt x="173" y="1"/>
                    <a:pt x="77" y="6"/>
                    <a:pt x="0" y="17"/>
                  </a:cubicBezTo>
                  <a:lnTo>
                    <a:pt x="0" y="229"/>
                  </a:lnTo>
                  <a:lnTo>
                    <a:pt x="2363" y="229"/>
                  </a:lnTo>
                  <a:cubicBezTo>
                    <a:pt x="2363" y="229"/>
                    <a:pt x="1023" y="1"/>
                    <a:pt x="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00;p49">
              <a:extLst>
                <a:ext uri="{FF2B5EF4-FFF2-40B4-BE49-F238E27FC236}">
                  <a16:creationId xmlns:a16="http://schemas.microsoft.com/office/drawing/2014/main" id="{C916319C-F8C8-8E51-904F-48E0ECBE1439}"/>
                </a:ext>
              </a:extLst>
            </p:cNvPr>
            <p:cNvSpPr/>
            <p:nvPr/>
          </p:nvSpPr>
          <p:spPr>
            <a:xfrm>
              <a:off x="5083650" y="3294800"/>
              <a:ext cx="178175" cy="254550"/>
            </a:xfrm>
            <a:custGeom>
              <a:avLst/>
              <a:gdLst/>
              <a:ahLst/>
              <a:cxnLst/>
              <a:rect l="l" t="t" r="r" b="b"/>
              <a:pathLst>
                <a:path w="7127" h="10182" extrusionOk="0">
                  <a:moveTo>
                    <a:pt x="2734" y="1"/>
                  </a:moveTo>
                  <a:lnTo>
                    <a:pt x="18" y="142"/>
                  </a:lnTo>
                  <a:lnTo>
                    <a:pt x="0" y="142"/>
                  </a:lnTo>
                  <a:cubicBezTo>
                    <a:pt x="0" y="142"/>
                    <a:pt x="670" y="7601"/>
                    <a:pt x="53" y="8271"/>
                  </a:cubicBezTo>
                  <a:cubicBezTo>
                    <a:pt x="53" y="8271"/>
                    <a:pt x="1728" y="9788"/>
                    <a:pt x="4673" y="10141"/>
                  </a:cubicBezTo>
                  <a:cubicBezTo>
                    <a:pt x="4872" y="10169"/>
                    <a:pt x="5065" y="10181"/>
                    <a:pt x="5250" y="10181"/>
                  </a:cubicBezTo>
                  <a:cubicBezTo>
                    <a:pt x="6340" y="10181"/>
                    <a:pt x="7127" y="9742"/>
                    <a:pt x="7036" y="9470"/>
                  </a:cubicBezTo>
                  <a:cubicBezTo>
                    <a:pt x="6913" y="9153"/>
                    <a:pt x="3792" y="8465"/>
                    <a:pt x="3086" y="6896"/>
                  </a:cubicBezTo>
                  <a:cubicBezTo>
                    <a:pt x="2363" y="5309"/>
                    <a:pt x="2734" y="1"/>
                    <a:pt x="2734" y="1"/>
                  </a:cubicBez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01;p49">
              <a:extLst>
                <a:ext uri="{FF2B5EF4-FFF2-40B4-BE49-F238E27FC236}">
                  <a16:creationId xmlns:a16="http://schemas.microsoft.com/office/drawing/2014/main" id="{3ED4CD60-15BB-A231-82DC-F521E212FF8F}"/>
                </a:ext>
              </a:extLst>
            </p:cNvPr>
            <p:cNvSpPr/>
            <p:nvPr/>
          </p:nvSpPr>
          <p:spPr>
            <a:xfrm>
              <a:off x="4635250" y="2933875"/>
              <a:ext cx="544075" cy="447800"/>
            </a:xfrm>
            <a:custGeom>
              <a:avLst/>
              <a:gdLst/>
              <a:ahLst/>
              <a:cxnLst/>
              <a:rect l="l" t="t" r="r" b="b"/>
              <a:pathLst>
                <a:path w="21763" h="17912" extrusionOk="0">
                  <a:moveTo>
                    <a:pt x="19806" y="1"/>
                  </a:moveTo>
                  <a:cubicBezTo>
                    <a:pt x="15437" y="1"/>
                    <a:pt x="1" y="4726"/>
                    <a:pt x="372" y="8283"/>
                  </a:cubicBezTo>
                  <a:cubicBezTo>
                    <a:pt x="627" y="10722"/>
                    <a:pt x="1295" y="11592"/>
                    <a:pt x="2662" y="11592"/>
                  </a:cubicBezTo>
                  <a:cubicBezTo>
                    <a:pt x="3568" y="11592"/>
                    <a:pt x="4782" y="11209"/>
                    <a:pt x="6386" y="10646"/>
                  </a:cubicBezTo>
                  <a:cubicBezTo>
                    <a:pt x="10389" y="9236"/>
                    <a:pt x="16296" y="6873"/>
                    <a:pt x="16296" y="6873"/>
                  </a:cubicBezTo>
                  <a:lnTo>
                    <a:pt x="17689" y="17912"/>
                  </a:lnTo>
                  <a:lnTo>
                    <a:pt x="21057" y="17824"/>
                  </a:lnTo>
                  <a:cubicBezTo>
                    <a:pt x="21057" y="17824"/>
                    <a:pt x="21763" y="1935"/>
                    <a:pt x="20916" y="295"/>
                  </a:cubicBezTo>
                  <a:cubicBezTo>
                    <a:pt x="20812" y="94"/>
                    <a:pt x="20418" y="1"/>
                    <a:pt x="19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02;p49">
              <a:extLst>
                <a:ext uri="{FF2B5EF4-FFF2-40B4-BE49-F238E27FC236}">
                  <a16:creationId xmlns:a16="http://schemas.microsoft.com/office/drawing/2014/main" id="{A082F976-C749-F114-67F5-D9539E679EA1}"/>
                </a:ext>
              </a:extLst>
            </p:cNvPr>
            <p:cNvSpPr/>
            <p:nvPr/>
          </p:nvSpPr>
          <p:spPr>
            <a:xfrm>
              <a:off x="5069100" y="3370200"/>
              <a:ext cx="99650" cy="52050"/>
            </a:xfrm>
            <a:custGeom>
              <a:avLst/>
              <a:gdLst/>
              <a:ahLst/>
              <a:cxnLst/>
              <a:rect l="l" t="t" r="r" b="b"/>
              <a:pathLst>
                <a:path w="3986" h="2082" extrusionOk="0">
                  <a:moveTo>
                    <a:pt x="0" y="0"/>
                  </a:moveTo>
                  <a:lnTo>
                    <a:pt x="371" y="2081"/>
                  </a:lnTo>
                  <a:lnTo>
                    <a:pt x="3615" y="2081"/>
                  </a:lnTo>
                  <a:lnTo>
                    <a:pt x="3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03;p49">
              <a:extLst>
                <a:ext uri="{FF2B5EF4-FFF2-40B4-BE49-F238E27FC236}">
                  <a16:creationId xmlns:a16="http://schemas.microsoft.com/office/drawing/2014/main" id="{0533903F-7C3F-D1A1-F427-58B3080C299D}"/>
                </a:ext>
              </a:extLst>
            </p:cNvPr>
            <p:cNvSpPr/>
            <p:nvPr/>
          </p:nvSpPr>
          <p:spPr>
            <a:xfrm>
              <a:off x="4469525" y="2474375"/>
              <a:ext cx="181575" cy="230575"/>
            </a:xfrm>
            <a:custGeom>
              <a:avLst/>
              <a:gdLst/>
              <a:ahLst/>
              <a:cxnLst/>
              <a:rect l="l" t="t" r="r" b="b"/>
              <a:pathLst>
                <a:path w="7263" h="9223" extrusionOk="0">
                  <a:moveTo>
                    <a:pt x="3510" y="0"/>
                  </a:moveTo>
                  <a:cubicBezTo>
                    <a:pt x="3510" y="0"/>
                    <a:pt x="1340" y="5291"/>
                    <a:pt x="0" y="6595"/>
                  </a:cubicBezTo>
                  <a:cubicBezTo>
                    <a:pt x="1393" y="8888"/>
                    <a:pt x="3580" y="9223"/>
                    <a:pt x="3580" y="9223"/>
                  </a:cubicBezTo>
                  <a:cubicBezTo>
                    <a:pt x="3580" y="9223"/>
                    <a:pt x="5189" y="6501"/>
                    <a:pt x="6255" y="6501"/>
                  </a:cubicBezTo>
                  <a:cubicBezTo>
                    <a:pt x="6343" y="6501"/>
                    <a:pt x="6428" y="6520"/>
                    <a:pt x="6507" y="6560"/>
                  </a:cubicBezTo>
                  <a:cubicBezTo>
                    <a:pt x="6545" y="6579"/>
                    <a:pt x="6576" y="6588"/>
                    <a:pt x="6600" y="6588"/>
                  </a:cubicBezTo>
                  <a:cubicBezTo>
                    <a:pt x="7263" y="6588"/>
                    <a:pt x="3510" y="0"/>
                    <a:pt x="3510" y="0"/>
                  </a:cubicBez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04;p49">
              <a:extLst>
                <a:ext uri="{FF2B5EF4-FFF2-40B4-BE49-F238E27FC236}">
                  <a16:creationId xmlns:a16="http://schemas.microsoft.com/office/drawing/2014/main" id="{BFD45C55-B5DC-AE47-4734-467BC9ABEAAA}"/>
                </a:ext>
              </a:extLst>
            </p:cNvPr>
            <p:cNvSpPr/>
            <p:nvPr/>
          </p:nvSpPr>
          <p:spPr>
            <a:xfrm>
              <a:off x="4399425" y="2615000"/>
              <a:ext cx="401650" cy="613375"/>
            </a:xfrm>
            <a:custGeom>
              <a:avLst/>
              <a:gdLst/>
              <a:ahLst/>
              <a:cxnLst/>
              <a:rect l="l" t="t" r="r" b="b"/>
              <a:pathLst>
                <a:path w="16066" h="24535" extrusionOk="0">
                  <a:moveTo>
                    <a:pt x="3298" y="1"/>
                  </a:moveTo>
                  <a:cubicBezTo>
                    <a:pt x="3298" y="1"/>
                    <a:pt x="0" y="3439"/>
                    <a:pt x="1834" y="9364"/>
                  </a:cubicBezTo>
                  <a:cubicBezTo>
                    <a:pt x="3627" y="15231"/>
                    <a:pt x="9992" y="24535"/>
                    <a:pt x="10748" y="24535"/>
                  </a:cubicBezTo>
                  <a:cubicBezTo>
                    <a:pt x="10758" y="24535"/>
                    <a:pt x="10767" y="24533"/>
                    <a:pt x="10775" y="24530"/>
                  </a:cubicBezTo>
                  <a:cubicBezTo>
                    <a:pt x="11622" y="24177"/>
                    <a:pt x="11480" y="22238"/>
                    <a:pt x="16065" y="16224"/>
                  </a:cubicBezTo>
                  <a:cubicBezTo>
                    <a:pt x="16065" y="16224"/>
                    <a:pt x="12486" y="13138"/>
                    <a:pt x="11498" y="10828"/>
                  </a:cubicBezTo>
                  <a:cubicBezTo>
                    <a:pt x="10881" y="9364"/>
                    <a:pt x="11463" y="7777"/>
                    <a:pt x="10475" y="6737"/>
                  </a:cubicBezTo>
                  <a:cubicBezTo>
                    <a:pt x="8641" y="4797"/>
                    <a:pt x="7001" y="3122"/>
                    <a:pt x="6631" y="2946"/>
                  </a:cubicBezTo>
                  <a:cubicBezTo>
                    <a:pt x="3774" y="1588"/>
                    <a:pt x="3298" y="1"/>
                    <a:pt x="3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3105;p49">
              <a:extLst>
                <a:ext uri="{FF2B5EF4-FFF2-40B4-BE49-F238E27FC236}">
                  <a16:creationId xmlns:a16="http://schemas.microsoft.com/office/drawing/2014/main" id="{BD80B589-28C3-59AD-3F3E-B247DC9C632E}"/>
                </a:ext>
              </a:extLst>
            </p:cNvPr>
            <p:cNvSpPr/>
            <p:nvPr/>
          </p:nvSpPr>
          <p:spPr>
            <a:xfrm>
              <a:off x="4794875" y="2957750"/>
              <a:ext cx="103625" cy="49000"/>
            </a:xfrm>
            <a:custGeom>
              <a:avLst/>
              <a:gdLst/>
              <a:ahLst/>
              <a:cxnLst/>
              <a:rect l="l" t="t" r="r" b="b"/>
              <a:pathLst>
                <a:path w="4145" h="1960" extrusionOk="0">
                  <a:moveTo>
                    <a:pt x="1740" y="0"/>
                  </a:moveTo>
                  <a:cubicBezTo>
                    <a:pt x="956" y="0"/>
                    <a:pt x="1" y="1033"/>
                    <a:pt x="1" y="1033"/>
                  </a:cubicBezTo>
                  <a:lnTo>
                    <a:pt x="1" y="1051"/>
                  </a:lnTo>
                  <a:cubicBezTo>
                    <a:pt x="1" y="1051"/>
                    <a:pt x="587" y="1959"/>
                    <a:pt x="1412" y="1959"/>
                  </a:cubicBezTo>
                  <a:cubicBezTo>
                    <a:pt x="1492" y="1959"/>
                    <a:pt x="1574" y="1951"/>
                    <a:pt x="1658" y="1932"/>
                  </a:cubicBezTo>
                  <a:cubicBezTo>
                    <a:pt x="2610" y="1721"/>
                    <a:pt x="4145" y="1280"/>
                    <a:pt x="2117" y="98"/>
                  </a:cubicBezTo>
                  <a:cubicBezTo>
                    <a:pt x="2000" y="30"/>
                    <a:pt x="1872" y="0"/>
                    <a:pt x="1740" y="0"/>
                  </a:cubicBez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06;p49">
              <a:extLst>
                <a:ext uri="{FF2B5EF4-FFF2-40B4-BE49-F238E27FC236}">
                  <a16:creationId xmlns:a16="http://schemas.microsoft.com/office/drawing/2014/main" id="{83F6939A-06F1-7F92-D33F-17AD44830AFF}"/>
                </a:ext>
              </a:extLst>
            </p:cNvPr>
            <p:cNvSpPr/>
            <p:nvPr/>
          </p:nvSpPr>
          <p:spPr>
            <a:xfrm>
              <a:off x="4414850" y="2738475"/>
              <a:ext cx="444425" cy="419325"/>
            </a:xfrm>
            <a:custGeom>
              <a:avLst/>
              <a:gdLst/>
              <a:ahLst/>
              <a:cxnLst/>
              <a:rect l="l" t="t" r="r" b="b"/>
              <a:pathLst>
                <a:path w="17777" h="16773" extrusionOk="0">
                  <a:moveTo>
                    <a:pt x="2505" y="1"/>
                  </a:moveTo>
                  <a:cubicBezTo>
                    <a:pt x="2367" y="1"/>
                    <a:pt x="2249" y="51"/>
                    <a:pt x="2152" y="158"/>
                  </a:cubicBezTo>
                  <a:cubicBezTo>
                    <a:pt x="1" y="2539"/>
                    <a:pt x="10246" y="16135"/>
                    <a:pt x="10246" y="16135"/>
                  </a:cubicBezTo>
                  <a:cubicBezTo>
                    <a:pt x="10570" y="16552"/>
                    <a:pt x="11054" y="16772"/>
                    <a:pt x="11550" y="16772"/>
                  </a:cubicBezTo>
                  <a:cubicBezTo>
                    <a:pt x="11891" y="16772"/>
                    <a:pt x="12237" y="16668"/>
                    <a:pt x="12539" y="16452"/>
                  </a:cubicBezTo>
                  <a:lnTo>
                    <a:pt x="17776" y="10739"/>
                  </a:lnTo>
                  <a:lnTo>
                    <a:pt x="16101" y="8975"/>
                  </a:lnTo>
                  <a:lnTo>
                    <a:pt x="11780" y="12872"/>
                  </a:lnTo>
                  <a:lnTo>
                    <a:pt x="11780" y="12855"/>
                  </a:lnTo>
                  <a:cubicBezTo>
                    <a:pt x="11780" y="12855"/>
                    <a:pt x="4705" y="1"/>
                    <a:pt x="2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07;p49">
              <a:extLst>
                <a:ext uri="{FF2B5EF4-FFF2-40B4-BE49-F238E27FC236}">
                  <a16:creationId xmlns:a16="http://schemas.microsoft.com/office/drawing/2014/main" id="{C9443C05-989F-545B-E2B0-52883B594718}"/>
                </a:ext>
              </a:extLst>
            </p:cNvPr>
            <p:cNvSpPr/>
            <p:nvPr/>
          </p:nvSpPr>
          <p:spPr>
            <a:xfrm>
              <a:off x="4525075" y="2762700"/>
              <a:ext cx="253525" cy="300250"/>
            </a:xfrm>
            <a:custGeom>
              <a:avLst/>
              <a:gdLst/>
              <a:ahLst/>
              <a:cxnLst/>
              <a:rect l="l" t="t" r="r" b="b"/>
              <a:pathLst>
                <a:path w="10141" h="12010" extrusionOk="0">
                  <a:moveTo>
                    <a:pt x="18" y="0"/>
                  </a:moveTo>
                  <a:lnTo>
                    <a:pt x="0" y="18"/>
                  </a:lnTo>
                  <a:cubicBezTo>
                    <a:pt x="111" y="193"/>
                    <a:pt x="237" y="391"/>
                    <a:pt x="375" y="609"/>
                  </a:cubicBezTo>
                  <a:lnTo>
                    <a:pt x="375" y="609"/>
                  </a:lnTo>
                  <a:cubicBezTo>
                    <a:pt x="241" y="383"/>
                    <a:pt x="121" y="179"/>
                    <a:pt x="18" y="0"/>
                  </a:cubicBezTo>
                  <a:close/>
                  <a:moveTo>
                    <a:pt x="375" y="609"/>
                  </a:moveTo>
                  <a:cubicBezTo>
                    <a:pt x="1709" y="2860"/>
                    <a:pt x="4425" y="7228"/>
                    <a:pt x="5467" y="8958"/>
                  </a:cubicBezTo>
                  <a:cubicBezTo>
                    <a:pt x="6102" y="9981"/>
                    <a:pt x="6719" y="11004"/>
                    <a:pt x="7371" y="12009"/>
                  </a:cubicBezTo>
                  <a:cubicBezTo>
                    <a:pt x="8306" y="11180"/>
                    <a:pt x="9223" y="10351"/>
                    <a:pt x="10140" y="9505"/>
                  </a:cubicBezTo>
                  <a:lnTo>
                    <a:pt x="10140" y="9487"/>
                  </a:lnTo>
                  <a:cubicBezTo>
                    <a:pt x="9212" y="10244"/>
                    <a:pt x="8300" y="11017"/>
                    <a:pt x="7406" y="11790"/>
                  </a:cubicBezTo>
                  <a:lnTo>
                    <a:pt x="7406" y="11790"/>
                  </a:lnTo>
                  <a:cubicBezTo>
                    <a:pt x="6817" y="10823"/>
                    <a:pt x="6195" y="9855"/>
                    <a:pt x="5590" y="8888"/>
                  </a:cubicBezTo>
                  <a:cubicBezTo>
                    <a:pt x="4497" y="7152"/>
                    <a:pt x="1793" y="2852"/>
                    <a:pt x="375" y="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08;p49">
              <a:extLst>
                <a:ext uri="{FF2B5EF4-FFF2-40B4-BE49-F238E27FC236}">
                  <a16:creationId xmlns:a16="http://schemas.microsoft.com/office/drawing/2014/main" id="{836038A7-5B92-1A9A-2567-9B222DA02E02}"/>
                </a:ext>
              </a:extLst>
            </p:cNvPr>
            <p:cNvSpPr/>
            <p:nvPr/>
          </p:nvSpPr>
          <p:spPr>
            <a:xfrm>
              <a:off x="4441300" y="2742400"/>
              <a:ext cx="229275" cy="399900"/>
            </a:xfrm>
            <a:custGeom>
              <a:avLst/>
              <a:gdLst/>
              <a:ahLst/>
              <a:cxnLst/>
              <a:rect l="l" t="t" r="r" b="b"/>
              <a:pathLst>
                <a:path w="9171" h="15996" extrusionOk="0">
                  <a:moveTo>
                    <a:pt x="1094" y="1"/>
                  </a:moveTo>
                  <a:cubicBezTo>
                    <a:pt x="882" y="54"/>
                    <a:pt x="741" y="213"/>
                    <a:pt x="688" y="407"/>
                  </a:cubicBezTo>
                  <a:cubicBezTo>
                    <a:pt x="1" y="3334"/>
                    <a:pt x="7178" y="13385"/>
                    <a:pt x="9171" y="15995"/>
                  </a:cubicBezTo>
                  <a:cubicBezTo>
                    <a:pt x="6490" y="12274"/>
                    <a:pt x="3880" y="8360"/>
                    <a:pt x="1835" y="4216"/>
                  </a:cubicBezTo>
                  <a:cubicBezTo>
                    <a:pt x="1306" y="3052"/>
                    <a:pt x="494" y="1747"/>
                    <a:pt x="724" y="407"/>
                  </a:cubicBezTo>
                  <a:cubicBezTo>
                    <a:pt x="759" y="230"/>
                    <a:pt x="900" y="71"/>
                    <a:pt x="1094" y="19"/>
                  </a:cubicBez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09;p49">
              <a:extLst>
                <a:ext uri="{FF2B5EF4-FFF2-40B4-BE49-F238E27FC236}">
                  <a16:creationId xmlns:a16="http://schemas.microsoft.com/office/drawing/2014/main" id="{A1B4B576-D872-F81C-2957-71D1729519A9}"/>
                </a:ext>
              </a:extLst>
            </p:cNvPr>
            <p:cNvSpPr/>
            <p:nvPr/>
          </p:nvSpPr>
          <p:spPr>
            <a:xfrm>
              <a:off x="4536575" y="2447850"/>
              <a:ext cx="140050" cy="213475"/>
            </a:xfrm>
            <a:custGeom>
              <a:avLst/>
              <a:gdLst/>
              <a:ahLst/>
              <a:cxnLst/>
              <a:rect l="l" t="t" r="r" b="b"/>
              <a:pathLst>
                <a:path w="5602" h="8539" extrusionOk="0">
                  <a:moveTo>
                    <a:pt x="2288" y="1"/>
                  </a:moveTo>
                  <a:cubicBezTo>
                    <a:pt x="586" y="1"/>
                    <a:pt x="226" y="2443"/>
                    <a:pt x="105" y="4800"/>
                  </a:cubicBezTo>
                  <a:cubicBezTo>
                    <a:pt x="0" y="7151"/>
                    <a:pt x="2200" y="8539"/>
                    <a:pt x="3971" y="8539"/>
                  </a:cubicBezTo>
                  <a:cubicBezTo>
                    <a:pt x="3993" y="8539"/>
                    <a:pt x="4015" y="8539"/>
                    <a:pt x="4037" y="8538"/>
                  </a:cubicBezTo>
                  <a:cubicBezTo>
                    <a:pt x="5042" y="8503"/>
                    <a:pt x="5395" y="4412"/>
                    <a:pt x="5501" y="2031"/>
                  </a:cubicBezTo>
                  <a:cubicBezTo>
                    <a:pt x="5602" y="83"/>
                    <a:pt x="4628" y="12"/>
                    <a:pt x="3305" y="12"/>
                  </a:cubicBezTo>
                  <a:cubicBezTo>
                    <a:pt x="3202" y="12"/>
                    <a:pt x="3096" y="13"/>
                    <a:pt x="2988" y="13"/>
                  </a:cubicBezTo>
                  <a:cubicBezTo>
                    <a:pt x="2790" y="13"/>
                    <a:pt x="2587" y="11"/>
                    <a:pt x="2379" y="3"/>
                  </a:cubicBezTo>
                  <a:cubicBezTo>
                    <a:pt x="2349" y="2"/>
                    <a:pt x="2318" y="1"/>
                    <a:pt x="2288" y="1"/>
                  </a:cubicBez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10;p49">
              <a:extLst>
                <a:ext uri="{FF2B5EF4-FFF2-40B4-BE49-F238E27FC236}">
                  <a16:creationId xmlns:a16="http://schemas.microsoft.com/office/drawing/2014/main" id="{67A66B4D-70C4-86C4-90E2-5B0DD9BF7B9D}"/>
                </a:ext>
              </a:extLst>
            </p:cNvPr>
            <p:cNvSpPr/>
            <p:nvPr/>
          </p:nvSpPr>
          <p:spPr>
            <a:xfrm>
              <a:off x="4352475" y="2399650"/>
              <a:ext cx="346075" cy="337575"/>
            </a:xfrm>
            <a:custGeom>
              <a:avLst/>
              <a:gdLst/>
              <a:ahLst/>
              <a:cxnLst/>
              <a:rect l="l" t="t" r="r" b="b"/>
              <a:pathLst>
                <a:path w="13843" h="13503" extrusionOk="0">
                  <a:moveTo>
                    <a:pt x="9996" y="0"/>
                  </a:moveTo>
                  <a:cubicBezTo>
                    <a:pt x="9640" y="0"/>
                    <a:pt x="9272" y="53"/>
                    <a:pt x="8897" y="168"/>
                  </a:cubicBezTo>
                  <a:cubicBezTo>
                    <a:pt x="7980" y="450"/>
                    <a:pt x="7574" y="873"/>
                    <a:pt x="7574" y="873"/>
                  </a:cubicBezTo>
                  <a:cubicBezTo>
                    <a:pt x="7485" y="842"/>
                    <a:pt x="7395" y="827"/>
                    <a:pt x="7305" y="827"/>
                  </a:cubicBezTo>
                  <a:cubicBezTo>
                    <a:pt x="6787" y="827"/>
                    <a:pt x="6251" y="1308"/>
                    <a:pt x="5740" y="1878"/>
                  </a:cubicBezTo>
                  <a:cubicBezTo>
                    <a:pt x="4947" y="2760"/>
                    <a:pt x="4788" y="4083"/>
                    <a:pt x="4823" y="5264"/>
                  </a:cubicBezTo>
                  <a:cubicBezTo>
                    <a:pt x="4856" y="6228"/>
                    <a:pt x="0" y="13503"/>
                    <a:pt x="5539" y="13503"/>
                  </a:cubicBezTo>
                  <a:cubicBezTo>
                    <a:pt x="5979" y="13503"/>
                    <a:pt x="6484" y="13457"/>
                    <a:pt x="7063" y="13358"/>
                  </a:cubicBezTo>
                  <a:cubicBezTo>
                    <a:pt x="7698" y="13235"/>
                    <a:pt x="7275" y="6252"/>
                    <a:pt x="7663" y="5828"/>
                  </a:cubicBezTo>
                  <a:lnTo>
                    <a:pt x="7663" y="5828"/>
                  </a:lnTo>
                  <a:cubicBezTo>
                    <a:pt x="8103" y="5876"/>
                    <a:pt x="8418" y="6121"/>
                    <a:pt x="8694" y="6121"/>
                  </a:cubicBezTo>
                  <a:cubicBezTo>
                    <a:pt x="8926" y="6121"/>
                    <a:pt x="9130" y="5947"/>
                    <a:pt x="9355" y="5335"/>
                  </a:cubicBezTo>
                  <a:cubicBezTo>
                    <a:pt x="9638" y="4541"/>
                    <a:pt x="13694" y="5405"/>
                    <a:pt x="13782" y="3412"/>
                  </a:cubicBezTo>
                  <a:cubicBezTo>
                    <a:pt x="13842" y="1914"/>
                    <a:pt x="12149" y="0"/>
                    <a:pt x="9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11;p49">
              <a:extLst>
                <a:ext uri="{FF2B5EF4-FFF2-40B4-BE49-F238E27FC236}">
                  <a16:creationId xmlns:a16="http://schemas.microsoft.com/office/drawing/2014/main" id="{D971AE01-0C12-9591-B657-D6F734E8E4B7}"/>
                </a:ext>
              </a:extLst>
            </p:cNvPr>
            <p:cNvSpPr/>
            <p:nvPr/>
          </p:nvSpPr>
          <p:spPr>
            <a:xfrm>
              <a:off x="4528600" y="2521100"/>
              <a:ext cx="38375" cy="60875"/>
            </a:xfrm>
            <a:custGeom>
              <a:avLst/>
              <a:gdLst/>
              <a:ahLst/>
              <a:cxnLst/>
              <a:rect l="l" t="t" r="r" b="b"/>
              <a:pathLst>
                <a:path w="1535" h="2435" extrusionOk="0">
                  <a:moveTo>
                    <a:pt x="792" y="0"/>
                  </a:moveTo>
                  <a:cubicBezTo>
                    <a:pt x="395" y="0"/>
                    <a:pt x="53" y="523"/>
                    <a:pt x="18" y="1182"/>
                  </a:cubicBezTo>
                  <a:cubicBezTo>
                    <a:pt x="0" y="1852"/>
                    <a:pt x="635" y="2416"/>
                    <a:pt x="1041" y="2434"/>
                  </a:cubicBezTo>
                  <a:cubicBezTo>
                    <a:pt x="1047" y="2434"/>
                    <a:pt x="1054" y="2434"/>
                    <a:pt x="1060" y="2434"/>
                  </a:cubicBezTo>
                  <a:cubicBezTo>
                    <a:pt x="1465" y="2434"/>
                    <a:pt x="1482" y="1895"/>
                    <a:pt x="1499" y="1253"/>
                  </a:cubicBezTo>
                  <a:cubicBezTo>
                    <a:pt x="1535" y="582"/>
                    <a:pt x="1235" y="18"/>
                    <a:pt x="811" y="0"/>
                  </a:cubicBezTo>
                  <a:cubicBezTo>
                    <a:pt x="805" y="0"/>
                    <a:pt x="798" y="0"/>
                    <a:pt x="792" y="0"/>
                  </a:cubicBez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12;p49">
              <a:extLst>
                <a:ext uri="{FF2B5EF4-FFF2-40B4-BE49-F238E27FC236}">
                  <a16:creationId xmlns:a16="http://schemas.microsoft.com/office/drawing/2014/main" id="{33BFEB8F-92A6-7777-F249-2A392FD3619B}"/>
                </a:ext>
              </a:extLst>
            </p:cNvPr>
            <p:cNvSpPr/>
            <p:nvPr/>
          </p:nvSpPr>
          <p:spPr>
            <a:xfrm>
              <a:off x="4661300" y="2552850"/>
              <a:ext cx="25150" cy="59100"/>
            </a:xfrm>
            <a:custGeom>
              <a:avLst/>
              <a:gdLst/>
              <a:ahLst/>
              <a:cxnLst/>
              <a:rect l="l" t="t" r="r" b="b"/>
              <a:pathLst>
                <a:path w="1006" h="2364" extrusionOk="0">
                  <a:moveTo>
                    <a:pt x="335" y="0"/>
                  </a:moveTo>
                  <a:lnTo>
                    <a:pt x="0" y="2310"/>
                  </a:lnTo>
                  <a:lnTo>
                    <a:pt x="1005" y="2363"/>
                  </a:lnTo>
                  <a:lnTo>
                    <a:pt x="1005" y="236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FF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13;p49">
              <a:extLst>
                <a:ext uri="{FF2B5EF4-FFF2-40B4-BE49-F238E27FC236}">
                  <a16:creationId xmlns:a16="http://schemas.microsoft.com/office/drawing/2014/main" id="{44973008-B41E-7638-1DE4-FE1AADB9B40C}"/>
                </a:ext>
              </a:extLst>
            </p:cNvPr>
            <p:cNvSpPr/>
            <p:nvPr/>
          </p:nvSpPr>
          <p:spPr>
            <a:xfrm>
              <a:off x="4261000" y="2595600"/>
              <a:ext cx="330675" cy="660425"/>
            </a:xfrm>
            <a:custGeom>
              <a:avLst/>
              <a:gdLst/>
              <a:ahLst/>
              <a:cxnLst/>
              <a:rect l="l" t="t" r="r" b="b"/>
              <a:pathLst>
                <a:path w="13227" h="26417" extrusionOk="0">
                  <a:moveTo>
                    <a:pt x="4180" y="1"/>
                  </a:moveTo>
                  <a:lnTo>
                    <a:pt x="0" y="1041"/>
                  </a:lnTo>
                  <a:lnTo>
                    <a:pt x="9047" y="26417"/>
                  </a:lnTo>
                  <a:lnTo>
                    <a:pt x="13226" y="25377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14;p49">
              <a:extLst>
                <a:ext uri="{FF2B5EF4-FFF2-40B4-BE49-F238E27FC236}">
                  <a16:creationId xmlns:a16="http://schemas.microsoft.com/office/drawing/2014/main" id="{83E3D2BF-4EA4-5F06-6F88-1540BA8C0B17}"/>
                </a:ext>
              </a:extLst>
            </p:cNvPr>
            <p:cNvSpPr/>
            <p:nvPr/>
          </p:nvSpPr>
          <p:spPr>
            <a:xfrm>
              <a:off x="4487150" y="3129925"/>
              <a:ext cx="574925" cy="126100"/>
            </a:xfrm>
            <a:custGeom>
              <a:avLst/>
              <a:gdLst/>
              <a:ahLst/>
              <a:cxnLst/>
              <a:rect l="l" t="t" r="r" b="b"/>
              <a:pathLst>
                <a:path w="22997" h="5044" extrusionOk="0">
                  <a:moveTo>
                    <a:pt x="22767" y="1"/>
                  </a:moveTo>
                  <a:lnTo>
                    <a:pt x="3616" y="2452"/>
                  </a:lnTo>
                  <a:lnTo>
                    <a:pt x="1" y="5044"/>
                  </a:lnTo>
                  <a:lnTo>
                    <a:pt x="1" y="5044"/>
                  </a:lnTo>
                  <a:lnTo>
                    <a:pt x="22996" y="1323"/>
                  </a:lnTo>
                  <a:lnTo>
                    <a:pt x="22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15;p49">
              <a:extLst>
                <a:ext uri="{FF2B5EF4-FFF2-40B4-BE49-F238E27FC236}">
                  <a16:creationId xmlns:a16="http://schemas.microsoft.com/office/drawing/2014/main" id="{1DEF9E7D-AE58-5A43-4F9A-268589D1284D}"/>
                </a:ext>
              </a:extLst>
            </p:cNvPr>
            <p:cNvSpPr/>
            <p:nvPr/>
          </p:nvSpPr>
          <p:spPr>
            <a:xfrm>
              <a:off x="4246450" y="2616325"/>
              <a:ext cx="818250" cy="656900"/>
            </a:xfrm>
            <a:custGeom>
              <a:avLst/>
              <a:gdLst/>
              <a:ahLst/>
              <a:cxnLst/>
              <a:rect l="l" t="t" r="r" b="b"/>
              <a:pathLst>
                <a:path w="32730" h="26276" extrusionOk="0">
                  <a:moveTo>
                    <a:pt x="1164" y="0"/>
                  </a:moveTo>
                  <a:lnTo>
                    <a:pt x="0" y="406"/>
                  </a:lnTo>
                  <a:lnTo>
                    <a:pt x="9223" y="26276"/>
                  </a:lnTo>
                  <a:lnTo>
                    <a:pt x="32730" y="22484"/>
                  </a:lnTo>
                  <a:lnTo>
                    <a:pt x="32536" y="21268"/>
                  </a:lnTo>
                  <a:lnTo>
                    <a:pt x="10034" y="24900"/>
                  </a:lnTo>
                  <a:lnTo>
                    <a:pt x="1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3116;p49">
              <a:extLst>
                <a:ext uri="{FF2B5EF4-FFF2-40B4-BE49-F238E27FC236}">
                  <a16:creationId xmlns:a16="http://schemas.microsoft.com/office/drawing/2014/main" id="{8A9744B4-F936-3F9D-68CA-D544FCAD518E}"/>
                </a:ext>
              </a:extLst>
            </p:cNvPr>
            <p:cNvSpPr/>
            <p:nvPr/>
          </p:nvSpPr>
          <p:spPr>
            <a:xfrm>
              <a:off x="4424550" y="3006475"/>
              <a:ext cx="538325" cy="559050"/>
            </a:xfrm>
            <a:custGeom>
              <a:avLst/>
              <a:gdLst/>
              <a:ahLst/>
              <a:cxnLst/>
              <a:rect l="l" t="t" r="r" b="b"/>
              <a:pathLst>
                <a:path w="21533" h="22362" extrusionOk="0">
                  <a:moveTo>
                    <a:pt x="16894" y="1024"/>
                  </a:moveTo>
                  <a:cubicBezTo>
                    <a:pt x="17053" y="1024"/>
                    <a:pt x="17124" y="1130"/>
                    <a:pt x="17141" y="1182"/>
                  </a:cubicBezTo>
                  <a:cubicBezTo>
                    <a:pt x="17177" y="1218"/>
                    <a:pt x="17212" y="1341"/>
                    <a:pt x="17124" y="1465"/>
                  </a:cubicBezTo>
                  <a:lnTo>
                    <a:pt x="14479" y="5256"/>
                  </a:lnTo>
                  <a:lnTo>
                    <a:pt x="6931" y="5256"/>
                  </a:lnTo>
                  <a:lnTo>
                    <a:pt x="5644" y="1394"/>
                  </a:lnTo>
                  <a:cubicBezTo>
                    <a:pt x="5608" y="1271"/>
                    <a:pt x="5644" y="1182"/>
                    <a:pt x="5679" y="1147"/>
                  </a:cubicBezTo>
                  <a:cubicBezTo>
                    <a:pt x="5714" y="1094"/>
                    <a:pt x="5767" y="1024"/>
                    <a:pt x="5890" y="1024"/>
                  </a:cubicBezTo>
                  <a:close/>
                  <a:moveTo>
                    <a:pt x="5890" y="1"/>
                  </a:moveTo>
                  <a:cubicBezTo>
                    <a:pt x="5485" y="1"/>
                    <a:pt x="5079" y="195"/>
                    <a:pt x="4832" y="530"/>
                  </a:cubicBezTo>
                  <a:cubicBezTo>
                    <a:pt x="4586" y="883"/>
                    <a:pt x="4533" y="1306"/>
                    <a:pt x="4656" y="1711"/>
                  </a:cubicBezTo>
                  <a:lnTo>
                    <a:pt x="6966" y="8677"/>
                  </a:lnTo>
                  <a:lnTo>
                    <a:pt x="283" y="20545"/>
                  </a:lnTo>
                  <a:lnTo>
                    <a:pt x="283" y="21920"/>
                  </a:lnTo>
                  <a:lnTo>
                    <a:pt x="1" y="21920"/>
                  </a:lnTo>
                  <a:lnTo>
                    <a:pt x="1" y="22361"/>
                  </a:lnTo>
                  <a:lnTo>
                    <a:pt x="1517" y="22361"/>
                  </a:lnTo>
                  <a:lnTo>
                    <a:pt x="1517" y="21920"/>
                  </a:lnTo>
                  <a:lnTo>
                    <a:pt x="1270" y="21920"/>
                  </a:lnTo>
                  <a:lnTo>
                    <a:pt x="1270" y="20545"/>
                  </a:lnTo>
                  <a:lnTo>
                    <a:pt x="9329" y="12133"/>
                  </a:lnTo>
                  <a:lnTo>
                    <a:pt x="12239" y="12133"/>
                  </a:lnTo>
                  <a:lnTo>
                    <a:pt x="20298" y="20545"/>
                  </a:lnTo>
                  <a:lnTo>
                    <a:pt x="20298" y="21920"/>
                  </a:lnTo>
                  <a:lnTo>
                    <a:pt x="20016" y="21920"/>
                  </a:lnTo>
                  <a:lnTo>
                    <a:pt x="20016" y="22361"/>
                  </a:lnTo>
                  <a:lnTo>
                    <a:pt x="21532" y="22361"/>
                  </a:lnTo>
                  <a:lnTo>
                    <a:pt x="21532" y="21920"/>
                  </a:lnTo>
                  <a:lnTo>
                    <a:pt x="21285" y="21920"/>
                  </a:lnTo>
                  <a:lnTo>
                    <a:pt x="21285" y="20545"/>
                  </a:lnTo>
                  <a:lnTo>
                    <a:pt x="14126" y="7584"/>
                  </a:lnTo>
                  <a:lnTo>
                    <a:pt x="17970" y="2047"/>
                  </a:lnTo>
                  <a:cubicBezTo>
                    <a:pt x="18252" y="1641"/>
                    <a:pt x="18288" y="1130"/>
                    <a:pt x="18058" y="706"/>
                  </a:cubicBezTo>
                  <a:cubicBezTo>
                    <a:pt x="17829" y="265"/>
                    <a:pt x="17388" y="1"/>
                    <a:pt x="16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3117;p49">
              <a:extLst>
                <a:ext uri="{FF2B5EF4-FFF2-40B4-BE49-F238E27FC236}">
                  <a16:creationId xmlns:a16="http://schemas.microsoft.com/office/drawing/2014/main" id="{30CFC7DB-C6F4-7375-8452-9EBE1847C410}"/>
                </a:ext>
              </a:extLst>
            </p:cNvPr>
            <p:cNvSpPr/>
            <p:nvPr/>
          </p:nvSpPr>
          <p:spPr>
            <a:xfrm>
              <a:off x="4303325" y="2670100"/>
              <a:ext cx="89075" cy="31325"/>
            </a:xfrm>
            <a:custGeom>
              <a:avLst/>
              <a:gdLst/>
              <a:ahLst/>
              <a:cxnLst/>
              <a:rect l="l" t="t" r="r" b="b"/>
              <a:pathLst>
                <a:path w="3563" h="1253" extrusionOk="0">
                  <a:moveTo>
                    <a:pt x="3562" y="1"/>
                  </a:moveTo>
                  <a:lnTo>
                    <a:pt x="0" y="953"/>
                  </a:lnTo>
                  <a:lnTo>
                    <a:pt x="88" y="1253"/>
                  </a:lnTo>
                  <a:lnTo>
                    <a:pt x="3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3118;p49">
              <a:extLst>
                <a:ext uri="{FF2B5EF4-FFF2-40B4-BE49-F238E27FC236}">
                  <a16:creationId xmlns:a16="http://schemas.microsoft.com/office/drawing/2014/main" id="{49B833A2-D6C2-310B-8E37-14F265A2CA21}"/>
                </a:ext>
              </a:extLst>
            </p:cNvPr>
            <p:cNvSpPr/>
            <p:nvPr/>
          </p:nvSpPr>
          <p:spPr>
            <a:xfrm>
              <a:off x="4330200" y="2741975"/>
              <a:ext cx="87325" cy="35300"/>
            </a:xfrm>
            <a:custGeom>
              <a:avLst/>
              <a:gdLst/>
              <a:ahLst/>
              <a:cxnLst/>
              <a:rect l="l" t="t" r="r" b="b"/>
              <a:pathLst>
                <a:path w="3493" h="1412" extrusionOk="0">
                  <a:moveTo>
                    <a:pt x="3492" y="0"/>
                  </a:moveTo>
                  <a:lnTo>
                    <a:pt x="1" y="1129"/>
                  </a:lnTo>
                  <a:lnTo>
                    <a:pt x="107" y="1411"/>
                  </a:lnTo>
                  <a:lnTo>
                    <a:pt x="34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3119;p49">
              <a:extLst>
                <a:ext uri="{FF2B5EF4-FFF2-40B4-BE49-F238E27FC236}">
                  <a16:creationId xmlns:a16="http://schemas.microsoft.com/office/drawing/2014/main" id="{D65093EC-B845-7BE7-0176-43F18DA0922C}"/>
                </a:ext>
              </a:extLst>
            </p:cNvPr>
            <p:cNvSpPr/>
            <p:nvPr/>
          </p:nvSpPr>
          <p:spPr>
            <a:xfrm>
              <a:off x="4354900" y="2797950"/>
              <a:ext cx="85550" cy="40150"/>
            </a:xfrm>
            <a:custGeom>
              <a:avLst/>
              <a:gdLst/>
              <a:ahLst/>
              <a:cxnLst/>
              <a:rect l="l" t="t" r="r" b="b"/>
              <a:pathLst>
                <a:path w="3422" h="1606" extrusionOk="0">
                  <a:moveTo>
                    <a:pt x="3298" y="1"/>
                  </a:moveTo>
                  <a:lnTo>
                    <a:pt x="0" y="1606"/>
                  </a:lnTo>
                  <a:lnTo>
                    <a:pt x="0" y="1606"/>
                  </a:lnTo>
                  <a:lnTo>
                    <a:pt x="3421" y="283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3120;p49">
              <a:extLst>
                <a:ext uri="{FF2B5EF4-FFF2-40B4-BE49-F238E27FC236}">
                  <a16:creationId xmlns:a16="http://schemas.microsoft.com/office/drawing/2014/main" id="{B66F30CE-4F18-B8B6-56E8-7B232526BE3F}"/>
                </a:ext>
              </a:extLst>
            </p:cNvPr>
            <p:cNvSpPr/>
            <p:nvPr/>
          </p:nvSpPr>
          <p:spPr>
            <a:xfrm>
              <a:off x="4377375" y="2870700"/>
              <a:ext cx="86450" cy="39250"/>
            </a:xfrm>
            <a:custGeom>
              <a:avLst/>
              <a:gdLst/>
              <a:ahLst/>
              <a:cxnLst/>
              <a:rect l="l" t="t" r="r" b="b"/>
              <a:pathLst>
                <a:path w="3458" h="1570" extrusionOk="0">
                  <a:moveTo>
                    <a:pt x="3457" y="1"/>
                  </a:moveTo>
                  <a:lnTo>
                    <a:pt x="1" y="1305"/>
                  </a:lnTo>
                  <a:lnTo>
                    <a:pt x="124" y="1570"/>
                  </a:lnTo>
                  <a:lnTo>
                    <a:pt x="3457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3121;p49">
              <a:extLst>
                <a:ext uri="{FF2B5EF4-FFF2-40B4-BE49-F238E27FC236}">
                  <a16:creationId xmlns:a16="http://schemas.microsoft.com/office/drawing/2014/main" id="{B63A9DA5-E526-C679-AEC7-2F34C7E8EF43}"/>
                </a:ext>
              </a:extLst>
            </p:cNvPr>
            <p:cNvSpPr/>
            <p:nvPr/>
          </p:nvSpPr>
          <p:spPr>
            <a:xfrm>
              <a:off x="4399875" y="2930650"/>
              <a:ext cx="85100" cy="41925"/>
            </a:xfrm>
            <a:custGeom>
              <a:avLst/>
              <a:gdLst/>
              <a:ahLst/>
              <a:cxnLst/>
              <a:rect l="l" t="t" r="r" b="b"/>
              <a:pathLst>
                <a:path w="3404" h="1677" extrusionOk="0">
                  <a:moveTo>
                    <a:pt x="3403" y="1"/>
                  </a:moveTo>
                  <a:lnTo>
                    <a:pt x="0" y="1412"/>
                  </a:lnTo>
                  <a:lnTo>
                    <a:pt x="123" y="1676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3122;p49">
              <a:extLst>
                <a:ext uri="{FF2B5EF4-FFF2-40B4-BE49-F238E27FC236}">
                  <a16:creationId xmlns:a16="http://schemas.microsoft.com/office/drawing/2014/main" id="{C3401AFE-029B-48A1-AC40-5A1490047DC1}"/>
                </a:ext>
              </a:extLst>
            </p:cNvPr>
            <p:cNvSpPr/>
            <p:nvPr/>
          </p:nvSpPr>
          <p:spPr>
            <a:xfrm>
              <a:off x="4422350" y="2994575"/>
              <a:ext cx="85550" cy="41025"/>
            </a:xfrm>
            <a:custGeom>
              <a:avLst/>
              <a:gdLst/>
              <a:ahLst/>
              <a:cxnLst/>
              <a:rect l="l" t="t" r="r" b="b"/>
              <a:pathLst>
                <a:path w="3422" h="1641" extrusionOk="0">
                  <a:moveTo>
                    <a:pt x="3421" y="1"/>
                  </a:moveTo>
                  <a:lnTo>
                    <a:pt x="0" y="1376"/>
                  </a:lnTo>
                  <a:lnTo>
                    <a:pt x="124" y="1641"/>
                  </a:lnTo>
                  <a:lnTo>
                    <a:pt x="3421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3123;p49">
              <a:extLst>
                <a:ext uri="{FF2B5EF4-FFF2-40B4-BE49-F238E27FC236}">
                  <a16:creationId xmlns:a16="http://schemas.microsoft.com/office/drawing/2014/main" id="{46B8BEF5-7F98-E091-380A-0DE555F15BD9}"/>
                </a:ext>
              </a:extLst>
            </p:cNvPr>
            <p:cNvSpPr/>
            <p:nvPr/>
          </p:nvSpPr>
          <p:spPr>
            <a:xfrm>
              <a:off x="4441300" y="3045725"/>
              <a:ext cx="84675" cy="44100"/>
            </a:xfrm>
            <a:custGeom>
              <a:avLst/>
              <a:gdLst/>
              <a:ahLst/>
              <a:cxnLst/>
              <a:rect l="l" t="t" r="r" b="b"/>
              <a:pathLst>
                <a:path w="3387" h="1764" extrusionOk="0">
                  <a:moveTo>
                    <a:pt x="3386" y="0"/>
                  </a:moveTo>
                  <a:lnTo>
                    <a:pt x="1" y="1499"/>
                  </a:lnTo>
                  <a:lnTo>
                    <a:pt x="142" y="176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3124;p49">
              <a:extLst>
                <a:ext uri="{FF2B5EF4-FFF2-40B4-BE49-F238E27FC236}">
                  <a16:creationId xmlns:a16="http://schemas.microsoft.com/office/drawing/2014/main" id="{114C8DE1-0FE6-F95F-5AF0-7E778F994FCC}"/>
                </a:ext>
              </a:extLst>
            </p:cNvPr>
            <p:cNvSpPr/>
            <p:nvPr/>
          </p:nvSpPr>
          <p:spPr>
            <a:xfrm>
              <a:off x="4495525" y="3191200"/>
              <a:ext cx="82025" cy="50725"/>
            </a:xfrm>
            <a:custGeom>
              <a:avLst/>
              <a:gdLst/>
              <a:ahLst/>
              <a:cxnLst/>
              <a:rect l="l" t="t" r="r" b="b"/>
              <a:pathLst>
                <a:path w="3281" h="2029" extrusionOk="0">
                  <a:moveTo>
                    <a:pt x="3281" y="1"/>
                  </a:moveTo>
                  <a:lnTo>
                    <a:pt x="1" y="1764"/>
                  </a:lnTo>
                  <a:lnTo>
                    <a:pt x="142" y="2029"/>
                  </a:lnTo>
                  <a:lnTo>
                    <a:pt x="3281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3125;p49">
              <a:extLst>
                <a:ext uri="{FF2B5EF4-FFF2-40B4-BE49-F238E27FC236}">
                  <a16:creationId xmlns:a16="http://schemas.microsoft.com/office/drawing/2014/main" id="{716930F4-689B-F187-D0A3-ECD81A782DA3}"/>
                </a:ext>
              </a:extLst>
            </p:cNvPr>
            <p:cNvSpPr/>
            <p:nvPr/>
          </p:nvSpPr>
          <p:spPr>
            <a:xfrm>
              <a:off x="4466425" y="3116700"/>
              <a:ext cx="84675" cy="42800"/>
            </a:xfrm>
            <a:custGeom>
              <a:avLst/>
              <a:gdLst/>
              <a:ahLst/>
              <a:cxnLst/>
              <a:rect l="l" t="t" r="r" b="b"/>
              <a:pathLst>
                <a:path w="3387" h="1712" extrusionOk="0">
                  <a:moveTo>
                    <a:pt x="3387" y="1"/>
                  </a:moveTo>
                  <a:lnTo>
                    <a:pt x="1" y="1447"/>
                  </a:lnTo>
                  <a:lnTo>
                    <a:pt x="124" y="1711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3126;p49">
              <a:extLst>
                <a:ext uri="{FF2B5EF4-FFF2-40B4-BE49-F238E27FC236}">
                  <a16:creationId xmlns:a16="http://schemas.microsoft.com/office/drawing/2014/main" id="{43E59E4F-27F4-3492-54EE-5F1088E970CD}"/>
                </a:ext>
              </a:extLst>
            </p:cNvPr>
            <p:cNvSpPr/>
            <p:nvPr/>
          </p:nvSpPr>
          <p:spPr>
            <a:xfrm>
              <a:off x="4597800" y="3137850"/>
              <a:ext cx="189175" cy="113100"/>
            </a:xfrm>
            <a:custGeom>
              <a:avLst/>
              <a:gdLst/>
              <a:ahLst/>
              <a:cxnLst/>
              <a:rect l="l" t="t" r="r" b="b"/>
              <a:pathLst>
                <a:path w="7567" h="4524" extrusionOk="0">
                  <a:moveTo>
                    <a:pt x="7566" y="1"/>
                  </a:moveTo>
                  <a:lnTo>
                    <a:pt x="7566" y="1"/>
                  </a:lnTo>
                  <a:cubicBezTo>
                    <a:pt x="6608" y="1430"/>
                    <a:pt x="5684" y="2858"/>
                    <a:pt x="4778" y="4304"/>
                  </a:cubicBezTo>
                  <a:lnTo>
                    <a:pt x="4778" y="4304"/>
                  </a:lnTo>
                  <a:cubicBezTo>
                    <a:pt x="3813" y="4304"/>
                    <a:pt x="2447" y="4304"/>
                    <a:pt x="1459" y="4320"/>
                  </a:cubicBezTo>
                  <a:lnTo>
                    <a:pt x="1459" y="4320"/>
                  </a:lnTo>
                  <a:cubicBezTo>
                    <a:pt x="1345" y="3974"/>
                    <a:pt x="1245" y="3627"/>
                    <a:pt x="1130" y="3281"/>
                  </a:cubicBezTo>
                  <a:cubicBezTo>
                    <a:pt x="759" y="2223"/>
                    <a:pt x="371" y="1059"/>
                    <a:pt x="1" y="1"/>
                  </a:cubicBezTo>
                  <a:lnTo>
                    <a:pt x="1" y="1"/>
                  </a:lnTo>
                  <a:cubicBezTo>
                    <a:pt x="407" y="1482"/>
                    <a:pt x="865" y="3034"/>
                    <a:pt x="1324" y="4515"/>
                  </a:cubicBezTo>
                  <a:lnTo>
                    <a:pt x="3105" y="4515"/>
                  </a:lnTo>
                  <a:cubicBezTo>
                    <a:pt x="3304" y="4521"/>
                    <a:pt x="3502" y="4523"/>
                    <a:pt x="3700" y="4523"/>
                  </a:cubicBezTo>
                  <a:cubicBezTo>
                    <a:pt x="4094" y="4523"/>
                    <a:pt x="4486" y="4515"/>
                    <a:pt x="4886" y="4515"/>
                  </a:cubicBezTo>
                  <a:cubicBezTo>
                    <a:pt x="5803" y="3034"/>
                    <a:pt x="6702" y="1518"/>
                    <a:pt x="7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3127;p49">
              <a:extLst>
                <a:ext uri="{FF2B5EF4-FFF2-40B4-BE49-F238E27FC236}">
                  <a16:creationId xmlns:a16="http://schemas.microsoft.com/office/drawing/2014/main" id="{2611C195-72CA-5E37-4347-4766C9B362E4}"/>
                </a:ext>
              </a:extLst>
            </p:cNvPr>
            <p:cNvSpPr/>
            <p:nvPr/>
          </p:nvSpPr>
          <p:spPr>
            <a:xfrm>
              <a:off x="4737575" y="3229550"/>
              <a:ext cx="199725" cy="281300"/>
            </a:xfrm>
            <a:custGeom>
              <a:avLst/>
              <a:gdLst/>
              <a:ahLst/>
              <a:cxnLst/>
              <a:rect l="l" t="t" r="r" b="b"/>
              <a:pathLst>
                <a:path w="7989" h="11252" fill="none" extrusionOk="0">
                  <a:moveTo>
                    <a:pt x="1481" y="1"/>
                  </a:moveTo>
                  <a:lnTo>
                    <a:pt x="0" y="2593"/>
                  </a:lnTo>
                  <a:lnTo>
                    <a:pt x="7989" y="11252"/>
                  </a:lnTo>
                  <a:close/>
                </a:path>
              </a:pathLst>
            </a:custGeom>
            <a:noFill/>
            <a:ln w="57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3128;p49">
              <a:extLst>
                <a:ext uri="{FF2B5EF4-FFF2-40B4-BE49-F238E27FC236}">
                  <a16:creationId xmlns:a16="http://schemas.microsoft.com/office/drawing/2014/main" id="{A476006C-C6F6-8170-57E3-481FA26E89BB}"/>
                </a:ext>
              </a:extLst>
            </p:cNvPr>
            <p:cNvSpPr/>
            <p:nvPr/>
          </p:nvSpPr>
          <p:spPr>
            <a:xfrm>
              <a:off x="4448350" y="3256000"/>
              <a:ext cx="196650" cy="256625"/>
            </a:xfrm>
            <a:custGeom>
              <a:avLst/>
              <a:gdLst/>
              <a:ahLst/>
              <a:cxnLst/>
              <a:rect l="l" t="t" r="r" b="b"/>
              <a:pathLst>
                <a:path w="7866" h="10265" fill="none" extrusionOk="0">
                  <a:moveTo>
                    <a:pt x="5732" y="1"/>
                  </a:moveTo>
                  <a:lnTo>
                    <a:pt x="7866" y="1764"/>
                  </a:lnTo>
                  <a:lnTo>
                    <a:pt x="1" y="10264"/>
                  </a:lnTo>
                  <a:close/>
                </a:path>
              </a:pathLst>
            </a:custGeom>
            <a:noFill/>
            <a:ln w="57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3129;p49">
              <a:extLst>
                <a:ext uri="{FF2B5EF4-FFF2-40B4-BE49-F238E27FC236}">
                  <a16:creationId xmlns:a16="http://schemas.microsoft.com/office/drawing/2014/main" id="{5B979F9C-5C45-23E6-627C-3A8E87C04FF2}"/>
                </a:ext>
              </a:extLst>
            </p:cNvPr>
            <p:cNvSpPr/>
            <p:nvPr/>
          </p:nvSpPr>
          <p:spPr>
            <a:xfrm>
              <a:off x="4470850" y="3545650"/>
              <a:ext cx="33075" cy="73225"/>
            </a:xfrm>
            <a:custGeom>
              <a:avLst/>
              <a:gdLst/>
              <a:ahLst/>
              <a:cxnLst/>
              <a:rect l="l" t="t" r="r" b="b"/>
              <a:pathLst>
                <a:path w="1323" h="2929" extrusionOk="0">
                  <a:moveTo>
                    <a:pt x="1323" y="1"/>
                  </a:moveTo>
                  <a:lnTo>
                    <a:pt x="0" y="301"/>
                  </a:lnTo>
                  <a:lnTo>
                    <a:pt x="0" y="2928"/>
                  </a:lnTo>
                  <a:lnTo>
                    <a:pt x="1323" y="2928"/>
                  </a:lnTo>
                  <a:lnTo>
                    <a:pt x="1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3130;p49">
              <a:extLst>
                <a:ext uri="{FF2B5EF4-FFF2-40B4-BE49-F238E27FC236}">
                  <a16:creationId xmlns:a16="http://schemas.microsoft.com/office/drawing/2014/main" id="{28CA61B1-6D2C-1D88-F629-A0215618BF39}"/>
                </a:ext>
              </a:extLst>
            </p:cNvPr>
            <p:cNvSpPr/>
            <p:nvPr/>
          </p:nvSpPr>
          <p:spPr>
            <a:xfrm>
              <a:off x="4314325" y="2874675"/>
              <a:ext cx="227075" cy="678500"/>
            </a:xfrm>
            <a:custGeom>
              <a:avLst/>
              <a:gdLst/>
              <a:ahLst/>
              <a:cxnLst/>
              <a:rect l="l" t="t" r="r" b="b"/>
              <a:pathLst>
                <a:path w="9083" h="27140" extrusionOk="0">
                  <a:moveTo>
                    <a:pt x="2329" y="0"/>
                  </a:moveTo>
                  <a:cubicBezTo>
                    <a:pt x="1041" y="0"/>
                    <a:pt x="1" y="1041"/>
                    <a:pt x="1" y="2328"/>
                  </a:cubicBezTo>
                  <a:lnTo>
                    <a:pt x="1" y="24794"/>
                  </a:lnTo>
                  <a:cubicBezTo>
                    <a:pt x="1" y="26082"/>
                    <a:pt x="1041" y="27140"/>
                    <a:pt x="2329" y="27140"/>
                  </a:cubicBezTo>
                  <a:lnTo>
                    <a:pt x="6755" y="27140"/>
                  </a:lnTo>
                  <a:cubicBezTo>
                    <a:pt x="8042" y="27140"/>
                    <a:pt x="9083" y="26082"/>
                    <a:pt x="9083" y="24794"/>
                  </a:cubicBezTo>
                  <a:lnTo>
                    <a:pt x="9083" y="2328"/>
                  </a:lnTo>
                  <a:cubicBezTo>
                    <a:pt x="9083" y="1041"/>
                    <a:pt x="8042" y="0"/>
                    <a:pt x="67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3131;p49">
              <a:extLst>
                <a:ext uri="{FF2B5EF4-FFF2-40B4-BE49-F238E27FC236}">
                  <a16:creationId xmlns:a16="http://schemas.microsoft.com/office/drawing/2014/main" id="{45C27B55-EBA8-498A-9805-BAD9E0D92499}"/>
                </a:ext>
              </a:extLst>
            </p:cNvPr>
            <p:cNvSpPr/>
            <p:nvPr/>
          </p:nvSpPr>
          <p:spPr>
            <a:xfrm>
              <a:off x="4372525" y="2834550"/>
              <a:ext cx="40150" cy="4015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1" y="1"/>
                  </a:moveTo>
                  <a:lnTo>
                    <a:pt x="1" y="1605"/>
                  </a:lnTo>
                  <a:lnTo>
                    <a:pt x="1605" y="1605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9EB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3132;p49">
              <a:extLst>
                <a:ext uri="{FF2B5EF4-FFF2-40B4-BE49-F238E27FC236}">
                  <a16:creationId xmlns:a16="http://schemas.microsoft.com/office/drawing/2014/main" id="{C55CDA62-AF9F-A915-92C5-74701D7AACBE}"/>
                </a:ext>
              </a:extLst>
            </p:cNvPr>
            <p:cNvSpPr/>
            <p:nvPr/>
          </p:nvSpPr>
          <p:spPr>
            <a:xfrm>
              <a:off x="4434250" y="2874675"/>
              <a:ext cx="25150" cy="678500"/>
            </a:xfrm>
            <a:custGeom>
              <a:avLst/>
              <a:gdLst/>
              <a:ahLst/>
              <a:cxnLst/>
              <a:rect l="l" t="t" r="r" b="b"/>
              <a:pathLst>
                <a:path w="1006" h="27140" extrusionOk="0">
                  <a:moveTo>
                    <a:pt x="1" y="0"/>
                  </a:moveTo>
                  <a:lnTo>
                    <a:pt x="1" y="27140"/>
                  </a:lnTo>
                  <a:lnTo>
                    <a:pt x="1006" y="27140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3133;p49">
              <a:extLst>
                <a:ext uri="{FF2B5EF4-FFF2-40B4-BE49-F238E27FC236}">
                  <a16:creationId xmlns:a16="http://schemas.microsoft.com/office/drawing/2014/main" id="{311ACFF3-CA60-3C8A-EB84-4179319BDFB1}"/>
                </a:ext>
              </a:extLst>
            </p:cNvPr>
            <p:cNvSpPr/>
            <p:nvPr/>
          </p:nvSpPr>
          <p:spPr>
            <a:xfrm>
              <a:off x="4335950" y="3544775"/>
              <a:ext cx="73625" cy="73650"/>
            </a:xfrm>
            <a:custGeom>
              <a:avLst/>
              <a:gdLst/>
              <a:ahLst/>
              <a:cxnLst/>
              <a:rect l="l" t="t" r="r" b="b"/>
              <a:pathLst>
                <a:path w="2945" h="2946" extrusionOk="0">
                  <a:moveTo>
                    <a:pt x="1464" y="1"/>
                  </a:moveTo>
                  <a:cubicBezTo>
                    <a:pt x="652" y="1"/>
                    <a:pt x="0" y="653"/>
                    <a:pt x="0" y="1482"/>
                  </a:cubicBezTo>
                  <a:cubicBezTo>
                    <a:pt x="0" y="2293"/>
                    <a:pt x="652" y="2945"/>
                    <a:pt x="1464" y="2945"/>
                  </a:cubicBezTo>
                  <a:cubicBezTo>
                    <a:pt x="2292" y="2945"/>
                    <a:pt x="2945" y="2293"/>
                    <a:pt x="2945" y="1482"/>
                  </a:cubicBezTo>
                  <a:cubicBezTo>
                    <a:pt x="2945" y="653"/>
                    <a:pt x="2292" y="1"/>
                    <a:pt x="1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3134;p49">
              <a:extLst>
                <a:ext uri="{FF2B5EF4-FFF2-40B4-BE49-F238E27FC236}">
                  <a16:creationId xmlns:a16="http://schemas.microsoft.com/office/drawing/2014/main" id="{39641064-6816-FA26-DF9E-C107857BF6AC}"/>
                </a:ext>
              </a:extLst>
            </p:cNvPr>
            <p:cNvSpPr/>
            <p:nvPr/>
          </p:nvSpPr>
          <p:spPr>
            <a:xfrm>
              <a:off x="4357875" y="3562400"/>
              <a:ext cx="38375" cy="38400"/>
            </a:xfrm>
            <a:custGeom>
              <a:avLst/>
              <a:gdLst/>
              <a:ahLst/>
              <a:cxnLst/>
              <a:rect l="l" t="t" r="r" b="b"/>
              <a:pathLst>
                <a:path w="1535" h="1536" extrusionOk="0">
                  <a:moveTo>
                    <a:pt x="759" y="1"/>
                  </a:moveTo>
                  <a:cubicBezTo>
                    <a:pt x="335" y="1"/>
                    <a:pt x="0" y="354"/>
                    <a:pt x="0" y="777"/>
                  </a:cubicBezTo>
                  <a:cubicBezTo>
                    <a:pt x="0" y="1200"/>
                    <a:pt x="335" y="1535"/>
                    <a:pt x="759" y="1535"/>
                  </a:cubicBezTo>
                  <a:cubicBezTo>
                    <a:pt x="1182" y="1535"/>
                    <a:pt x="1535" y="1200"/>
                    <a:pt x="1535" y="777"/>
                  </a:cubicBezTo>
                  <a:cubicBezTo>
                    <a:pt x="1535" y="354"/>
                    <a:pt x="1182" y="1"/>
                    <a:pt x="7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3135;p49">
              <a:extLst>
                <a:ext uri="{FF2B5EF4-FFF2-40B4-BE49-F238E27FC236}">
                  <a16:creationId xmlns:a16="http://schemas.microsoft.com/office/drawing/2014/main" id="{7EB3A8AB-F87F-BBA2-2D66-BFD2AC127E4C}"/>
                </a:ext>
              </a:extLst>
            </p:cNvPr>
            <p:cNvSpPr/>
            <p:nvPr/>
          </p:nvSpPr>
          <p:spPr>
            <a:xfrm>
              <a:off x="4534775" y="2931100"/>
              <a:ext cx="71875" cy="309950"/>
            </a:xfrm>
            <a:custGeom>
              <a:avLst/>
              <a:gdLst/>
              <a:ahLst/>
              <a:cxnLst/>
              <a:rect l="l" t="t" r="r" b="b"/>
              <a:pathLst>
                <a:path w="2875" h="12398" extrusionOk="0">
                  <a:moveTo>
                    <a:pt x="0" y="0"/>
                  </a:moveTo>
                  <a:lnTo>
                    <a:pt x="0" y="12397"/>
                  </a:lnTo>
                  <a:lnTo>
                    <a:pt x="1517" y="12397"/>
                  </a:lnTo>
                  <a:cubicBezTo>
                    <a:pt x="2275" y="12397"/>
                    <a:pt x="2875" y="11780"/>
                    <a:pt x="2875" y="11040"/>
                  </a:cubicBezTo>
                  <a:lnTo>
                    <a:pt x="2875" y="1358"/>
                  </a:lnTo>
                  <a:cubicBezTo>
                    <a:pt x="2875" y="600"/>
                    <a:pt x="2275" y="0"/>
                    <a:pt x="1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3136;p49">
              <a:extLst>
                <a:ext uri="{FF2B5EF4-FFF2-40B4-BE49-F238E27FC236}">
                  <a16:creationId xmlns:a16="http://schemas.microsoft.com/office/drawing/2014/main" id="{3B4822DB-7E03-6AAB-0F6D-8196C0EBCF02}"/>
                </a:ext>
              </a:extLst>
            </p:cNvPr>
            <p:cNvSpPr/>
            <p:nvPr/>
          </p:nvSpPr>
          <p:spPr>
            <a:xfrm>
              <a:off x="4534775" y="3295700"/>
              <a:ext cx="71875" cy="212500"/>
            </a:xfrm>
            <a:custGeom>
              <a:avLst/>
              <a:gdLst/>
              <a:ahLst/>
              <a:cxnLst/>
              <a:rect l="l" t="t" r="r" b="b"/>
              <a:pathLst>
                <a:path w="2875" h="8500" extrusionOk="0">
                  <a:moveTo>
                    <a:pt x="0" y="0"/>
                  </a:moveTo>
                  <a:lnTo>
                    <a:pt x="0" y="8500"/>
                  </a:lnTo>
                  <a:lnTo>
                    <a:pt x="1517" y="8500"/>
                  </a:lnTo>
                  <a:cubicBezTo>
                    <a:pt x="2275" y="8500"/>
                    <a:pt x="2875" y="7883"/>
                    <a:pt x="2875" y="7124"/>
                  </a:cubicBezTo>
                  <a:lnTo>
                    <a:pt x="2875" y="1376"/>
                  </a:lnTo>
                  <a:cubicBezTo>
                    <a:pt x="2875" y="617"/>
                    <a:pt x="2275" y="0"/>
                    <a:pt x="1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3137;p49">
              <a:extLst>
                <a:ext uri="{FF2B5EF4-FFF2-40B4-BE49-F238E27FC236}">
                  <a16:creationId xmlns:a16="http://schemas.microsoft.com/office/drawing/2014/main" id="{2D55EF03-A21C-D4DA-A5C9-FA6429AE5998}"/>
                </a:ext>
              </a:extLst>
            </p:cNvPr>
            <p:cNvSpPr/>
            <p:nvPr/>
          </p:nvSpPr>
          <p:spPr>
            <a:xfrm>
              <a:off x="4538300" y="2932850"/>
              <a:ext cx="6625" cy="575350"/>
            </a:xfrm>
            <a:custGeom>
              <a:avLst/>
              <a:gdLst/>
              <a:ahLst/>
              <a:cxnLst/>
              <a:rect l="l" t="t" r="r" b="b"/>
              <a:pathLst>
                <a:path w="265" h="23014" extrusionOk="0">
                  <a:moveTo>
                    <a:pt x="124" y="1"/>
                  </a:moveTo>
                  <a:cubicBezTo>
                    <a:pt x="0" y="7372"/>
                    <a:pt x="0" y="15643"/>
                    <a:pt x="124" y="23014"/>
                  </a:cubicBezTo>
                  <a:cubicBezTo>
                    <a:pt x="265" y="15643"/>
                    <a:pt x="265" y="7372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3138;p49">
              <a:extLst>
                <a:ext uri="{FF2B5EF4-FFF2-40B4-BE49-F238E27FC236}">
                  <a16:creationId xmlns:a16="http://schemas.microsoft.com/office/drawing/2014/main" id="{78A01DE2-65C2-A98D-CBE4-C3DD0C06F0C2}"/>
                </a:ext>
              </a:extLst>
            </p:cNvPr>
            <p:cNvSpPr/>
            <p:nvPr/>
          </p:nvSpPr>
          <p:spPr>
            <a:xfrm>
              <a:off x="4354025" y="2876425"/>
              <a:ext cx="7075" cy="671450"/>
            </a:xfrm>
            <a:custGeom>
              <a:avLst/>
              <a:gdLst/>
              <a:ahLst/>
              <a:cxnLst/>
              <a:rect l="l" t="t" r="r" b="b"/>
              <a:pathLst>
                <a:path w="283" h="26858" extrusionOk="0">
                  <a:moveTo>
                    <a:pt x="141" y="1"/>
                  </a:moveTo>
                  <a:cubicBezTo>
                    <a:pt x="0" y="8606"/>
                    <a:pt x="0" y="18252"/>
                    <a:pt x="141" y="26858"/>
                  </a:cubicBezTo>
                  <a:cubicBezTo>
                    <a:pt x="282" y="18252"/>
                    <a:pt x="265" y="8606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3139;p49">
              <a:extLst>
                <a:ext uri="{FF2B5EF4-FFF2-40B4-BE49-F238E27FC236}">
                  <a16:creationId xmlns:a16="http://schemas.microsoft.com/office/drawing/2014/main" id="{FD9D905D-0D83-1808-C822-DAE9B3B60E29}"/>
                </a:ext>
              </a:extLst>
            </p:cNvPr>
            <p:cNvSpPr/>
            <p:nvPr/>
          </p:nvSpPr>
          <p:spPr>
            <a:xfrm>
              <a:off x="4541375" y="3048800"/>
              <a:ext cx="65275" cy="5325"/>
            </a:xfrm>
            <a:custGeom>
              <a:avLst/>
              <a:gdLst/>
              <a:ahLst/>
              <a:cxnLst/>
              <a:rect l="l" t="t" r="r" b="b"/>
              <a:pathLst>
                <a:path w="2611" h="213" extrusionOk="0">
                  <a:moveTo>
                    <a:pt x="1312" y="1"/>
                  </a:moveTo>
                  <a:cubicBezTo>
                    <a:pt x="878" y="1"/>
                    <a:pt x="442" y="36"/>
                    <a:pt x="1" y="107"/>
                  </a:cubicBezTo>
                  <a:cubicBezTo>
                    <a:pt x="442" y="177"/>
                    <a:pt x="878" y="212"/>
                    <a:pt x="1312" y="212"/>
                  </a:cubicBezTo>
                  <a:cubicBezTo>
                    <a:pt x="1747" y="212"/>
                    <a:pt x="2179" y="177"/>
                    <a:pt x="2611" y="107"/>
                  </a:cubicBezTo>
                  <a:cubicBezTo>
                    <a:pt x="2179" y="36"/>
                    <a:pt x="1747" y="1"/>
                    <a:pt x="1312" y="1"/>
                  </a:cubicBezTo>
                  <a:close/>
                </a:path>
              </a:pathLst>
            </a:custGeom>
            <a:solidFill>
              <a:srgbClr val="3D3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3140;p49">
              <a:extLst>
                <a:ext uri="{FF2B5EF4-FFF2-40B4-BE49-F238E27FC236}">
                  <a16:creationId xmlns:a16="http://schemas.microsoft.com/office/drawing/2014/main" id="{9D74777C-E9DA-BF62-5C05-DDB6590BD3B2}"/>
                </a:ext>
              </a:extLst>
            </p:cNvPr>
            <p:cNvSpPr/>
            <p:nvPr/>
          </p:nvSpPr>
          <p:spPr>
            <a:xfrm>
              <a:off x="4541375" y="3444250"/>
              <a:ext cx="65275" cy="5325"/>
            </a:xfrm>
            <a:custGeom>
              <a:avLst/>
              <a:gdLst/>
              <a:ahLst/>
              <a:cxnLst/>
              <a:rect l="l" t="t" r="r" b="b"/>
              <a:pathLst>
                <a:path w="2611" h="213" extrusionOk="0">
                  <a:moveTo>
                    <a:pt x="1312" y="1"/>
                  </a:moveTo>
                  <a:cubicBezTo>
                    <a:pt x="878" y="1"/>
                    <a:pt x="442" y="36"/>
                    <a:pt x="1" y="107"/>
                  </a:cubicBezTo>
                  <a:cubicBezTo>
                    <a:pt x="442" y="177"/>
                    <a:pt x="878" y="212"/>
                    <a:pt x="1312" y="212"/>
                  </a:cubicBezTo>
                  <a:cubicBezTo>
                    <a:pt x="1747" y="212"/>
                    <a:pt x="2179" y="177"/>
                    <a:pt x="2611" y="107"/>
                  </a:cubicBezTo>
                  <a:cubicBezTo>
                    <a:pt x="2179" y="36"/>
                    <a:pt x="1747" y="1"/>
                    <a:pt x="1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3141;p49">
              <a:extLst>
                <a:ext uri="{FF2B5EF4-FFF2-40B4-BE49-F238E27FC236}">
                  <a16:creationId xmlns:a16="http://schemas.microsoft.com/office/drawing/2014/main" id="{2F667E7B-497A-0A4E-07B3-EBB4F6735F50}"/>
                </a:ext>
              </a:extLst>
            </p:cNvPr>
            <p:cNvSpPr/>
            <p:nvPr/>
          </p:nvSpPr>
          <p:spPr>
            <a:xfrm>
              <a:off x="4259225" y="2815225"/>
              <a:ext cx="401225" cy="164625"/>
            </a:xfrm>
            <a:custGeom>
              <a:avLst/>
              <a:gdLst/>
              <a:ahLst/>
              <a:cxnLst/>
              <a:rect l="l" t="t" r="r" b="b"/>
              <a:pathLst>
                <a:path w="16049" h="6585" extrusionOk="0">
                  <a:moveTo>
                    <a:pt x="3627" y="0"/>
                  </a:moveTo>
                  <a:cubicBezTo>
                    <a:pt x="1820" y="0"/>
                    <a:pt x="546" y="389"/>
                    <a:pt x="353" y="967"/>
                  </a:cubicBezTo>
                  <a:cubicBezTo>
                    <a:pt x="1" y="2026"/>
                    <a:pt x="3386" y="3313"/>
                    <a:pt x="7619" y="4741"/>
                  </a:cubicBezTo>
                  <a:cubicBezTo>
                    <a:pt x="10644" y="5762"/>
                    <a:pt x="13281" y="6585"/>
                    <a:pt x="14675" y="6585"/>
                  </a:cubicBezTo>
                  <a:cubicBezTo>
                    <a:pt x="15231" y="6585"/>
                    <a:pt x="15590" y="6454"/>
                    <a:pt x="15695" y="6152"/>
                  </a:cubicBezTo>
                  <a:cubicBezTo>
                    <a:pt x="16048" y="5094"/>
                    <a:pt x="13156" y="2343"/>
                    <a:pt x="8906" y="915"/>
                  </a:cubicBezTo>
                  <a:cubicBezTo>
                    <a:pt x="6988" y="267"/>
                    <a:pt x="5124" y="0"/>
                    <a:pt x="3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3142;p49">
              <a:extLst>
                <a:ext uri="{FF2B5EF4-FFF2-40B4-BE49-F238E27FC236}">
                  <a16:creationId xmlns:a16="http://schemas.microsoft.com/office/drawing/2014/main" id="{70CF1418-2CAC-5003-7DDB-B9B9A5272E78}"/>
                </a:ext>
              </a:extLst>
            </p:cNvPr>
            <p:cNvSpPr/>
            <p:nvPr/>
          </p:nvSpPr>
          <p:spPr>
            <a:xfrm>
              <a:off x="4360175" y="2731850"/>
              <a:ext cx="248675" cy="190025"/>
            </a:xfrm>
            <a:custGeom>
              <a:avLst/>
              <a:gdLst/>
              <a:ahLst/>
              <a:cxnLst/>
              <a:rect l="l" t="t" r="r" b="b"/>
              <a:pathLst>
                <a:path w="9947" h="7601" extrusionOk="0">
                  <a:moveTo>
                    <a:pt x="3050" y="0"/>
                  </a:moveTo>
                  <a:cubicBezTo>
                    <a:pt x="2215" y="0"/>
                    <a:pt x="1429" y="527"/>
                    <a:pt x="1147" y="1358"/>
                  </a:cubicBezTo>
                  <a:lnTo>
                    <a:pt x="1" y="4743"/>
                  </a:lnTo>
                  <a:lnTo>
                    <a:pt x="8448" y="7600"/>
                  </a:lnTo>
                  <a:lnTo>
                    <a:pt x="9576" y="4214"/>
                  </a:lnTo>
                  <a:cubicBezTo>
                    <a:pt x="9947" y="3174"/>
                    <a:pt x="9365" y="2028"/>
                    <a:pt x="8324" y="1675"/>
                  </a:cubicBezTo>
                  <a:lnTo>
                    <a:pt x="3687" y="106"/>
                  </a:lnTo>
                  <a:cubicBezTo>
                    <a:pt x="3476" y="34"/>
                    <a:pt x="3262" y="0"/>
                    <a:pt x="3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3143;p49">
              <a:extLst>
                <a:ext uri="{FF2B5EF4-FFF2-40B4-BE49-F238E27FC236}">
                  <a16:creationId xmlns:a16="http://schemas.microsoft.com/office/drawing/2014/main" id="{F0401371-3388-43F9-79A8-41F4DCE4C1DD}"/>
                </a:ext>
              </a:extLst>
            </p:cNvPr>
            <p:cNvSpPr/>
            <p:nvPr/>
          </p:nvSpPr>
          <p:spPr>
            <a:xfrm>
              <a:off x="4533450" y="2787375"/>
              <a:ext cx="51150" cy="27800"/>
            </a:xfrm>
            <a:custGeom>
              <a:avLst/>
              <a:gdLst/>
              <a:ahLst/>
              <a:cxnLst/>
              <a:rect l="l" t="t" r="r" b="b"/>
              <a:pathLst>
                <a:path w="2046" h="1112" extrusionOk="0">
                  <a:moveTo>
                    <a:pt x="2046" y="1"/>
                  </a:moveTo>
                  <a:cubicBezTo>
                    <a:pt x="1393" y="353"/>
                    <a:pt x="582" y="635"/>
                    <a:pt x="0" y="1112"/>
                  </a:cubicBezTo>
                  <a:cubicBezTo>
                    <a:pt x="353" y="1041"/>
                    <a:pt x="723" y="812"/>
                    <a:pt x="1058" y="618"/>
                  </a:cubicBezTo>
                  <a:cubicBezTo>
                    <a:pt x="1323" y="441"/>
                    <a:pt x="1817" y="230"/>
                    <a:pt x="20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3144;p49">
              <a:extLst>
                <a:ext uri="{FF2B5EF4-FFF2-40B4-BE49-F238E27FC236}">
                  <a16:creationId xmlns:a16="http://schemas.microsoft.com/office/drawing/2014/main" id="{309FBE1D-F43E-6ADE-C3CC-5FD11973A6D6}"/>
                </a:ext>
              </a:extLst>
            </p:cNvPr>
            <p:cNvSpPr/>
            <p:nvPr/>
          </p:nvSpPr>
          <p:spPr>
            <a:xfrm>
              <a:off x="4551075" y="2805025"/>
              <a:ext cx="44125" cy="22050"/>
            </a:xfrm>
            <a:custGeom>
              <a:avLst/>
              <a:gdLst/>
              <a:ahLst/>
              <a:cxnLst/>
              <a:rect l="l" t="t" r="r" b="b"/>
              <a:pathLst>
                <a:path w="1765" h="882" extrusionOk="0">
                  <a:moveTo>
                    <a:pt x="1764" y="0"/>
                  </a:moveTo>
                  <a:cubicBezTo>
                    <a:pt x="1200" y="265"/>
                    <a:pt x="512" y="529"/>
                    <a:pt x="1" y="882"/>
                  </a:cubicBezTo>
                  <a:cubicBezTo>
                    <a:pt x="636" y="794"/>
                    <a:pt x="1200" y="317"/>
                    <a:pt x="1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3145;p49">
              <a:extLst>
                <a:ext uri="{FF2B5EF4-FFF2-40B4-BE49-F238E27FC236}">
                  <a16:creationId xmlns:a16="http://schemas.microsoft.com/office/drawing/2014/main" id="{F5E18C8C-3FF4-E227-30D0-87A2B5168F3A}"/>
                </a:ext>
              </a:extLst>
            </p:cNvPr>
            <p:cNvSpPr/>
            <p:nvPr/>
          </p:nvSpPr>
          <p:spPr>
            <a:xfrm>
              <a:off x="4564750" y="2776800"/>
              <a:ext cx="27800" cy="53375"/>
            </a:xfrm>
            <a:custGeom>
              <a:avLst/>
              <a:gdLst/>
              <a:ahLst/>
              <a:cxnLst/>
              <a:rect l="l" t="t" r="r" b="b"/>
              <a:pathLst>
                <a:path w="1112" h="2135" extrusionOk="0">
                  <a:moveTo>
                    <a:pt x="0" y="0"/>
                  </a:moveTo>
                  <a:cubicBezTo>
                    <a:pt x="388" y="671"/>
                    <a:pt x="706" y="1446"/>
                    <a:pt x="1111" y="2134"/>
                  </a:cubicBezTo>
                  <a:cubicBezTo>
                    <a:pt x="988" y="1358"/>
                    <a:pt x="441" y="65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3146;p49">
              <a:extLst>
                <a:ext uri="{FF2B5EF4-FFF2-40B4-BE49-F238E27FC236}">
                  <a16:creationId xmlns:a16="http://schemas.microsoft.com/office/drawing/2014/main" id="{EC1E7A24-64BB-A28A-57BD-F2CF8D4B967E}"/>
                </a:ext>
              </a:extLst>
            </p:cNvPr>
            <p:cNvSpPr/>
            <p:nvPr/>
          </p:nvSpPr>
          <p:spPr>
            <a:xfrm>
              <a:off x="4551950" y="2790900"/>
              <a:ext cx="23850" cy="43225"/>
            </a:xfrm>
            <a:custGeom>
              <a:avLst/>
              <a:gdLst/>
              <a:ahLst/>
              <a:cxnLst/>
              <a:rect l="l" t="t" r="r" b="b"/>
              <a:pathLst>
                <a:path w="954" h="1729" extrusionOk="0">
                  <a:moveTo>
                    <a:pt x="1" y="1"/>
                  </a:moveTo>
                  <a:cubicBezTo>
                    <a:pt x="36" y="300"/>
                    <a:pt x="213" y="636"/>
                    <a:pt x="336" y="935"/>
                  </a:cubicBezTo>
                  <a:cubicBezTo>
                    <a:pt x="495" y="1235"/>
                    <a:pt x="689" y="1570"/>
                    <a:pt x="953" y="1729"/>
                  </a:cubicBezTo>
                  <a:cubicBezTo>
                    <a:pt x="653" y="1147"/>
                    <a:pt x="230" y="63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3147;p49">
              <a:extLst>
                <a:ext uri="{FF2B5EF4-FFF2-40B4-BE49-F238E27FC236}">
                  <a16:creationId xmlns:a16="http://schemas.microsoft.com/office/drawing/2014/main" id="{03F0B061-E297-0014-EEBF-B944C9F7FF4E}"/>
                </a:ext>
              </a:extLst>
            </p:cNvPr>
            <p:cNvSpPr/>
            <p:nvPr/>
          </p:nvSpPr>
          <p:spPr>
            <a:xfrm>
              <a:off x="4464675" y="2897150"/>
              <a:ext cx="28225" cy="33525"/>
            </a:xfrm>
            <a:custGeom>
              <a:avLst/>
              <a:gdLst/>
              <a:ahLst/>
              <a:cxnLst/>
              <a:rect l="l" t="t" r="r" b="b"/>
              <a:pathLst>
                <a:path w="1129" h="1341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424"/>
                    <a:pt x="706" y="1023"/>
                    <a:pt x="1129" y="1341"/>
                  </a:cubicBezTo>
                  <a:cubicBezTo>
                    <a:pt x="917" y="812"/>
                    <a:pt x="388" y="42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3148;p49">
              <a:extLst>
                <a:ext uri="{FF2B5EF4-FFF2-40B4-BE49-F238E27FC236}">
                  <a16:creationId xmlns:a16="http://schemas.microsoft.com/office/drawing/2014/main" id="{10AAA1E8-CFD6-884D-79F0-1A4C518286D9}"/>
                </a:ext>
              </a:extLst>
            </p:cNvPr>
            <p:cNvSpPr/>
            <p:nvPr/>
          </p:nvSpPr>
          <p:spPr>
            <a:xfrm>
              <a:off x="4476125" y="2888775"/>
              <a:ext cx="30900" cy="34425"/>
            </a:xfrm>
            <a:custGeom>
              <a:avLst/>
              <a:gdLst/>
              <a:ahLst/>
              <a:cxnLst/>
              <a:rect l="l" t="t" r="r" b="b"/>
              <a:pathLst>
                <a:path w="1236" h="1377" extrusionOk="0">
                  <a:moveTo>
                    <a:pt x="1" y="1"/>
                  </a:moveTo>
                  <a:lnTo>
                    <a:pt x="1" y="1"/>
                  </a:lnTo>
                  <a:cubicBezTo>
                    <a:pt x="336" y="459"/>
                    <a:pt x="759" y="1041"/>
                    <a:pt x="1235" y="1376"/>
                  </a:cubicBezTo>
                  <a:cubicBezTo>
                    <a:pt x="971" y="829"/>
                    <a:pt x="406" y="4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3149;p49">
              <a:extLst>
                <a:ext uri="{FF2B5EF4-FFF2-40B4-BE49-F238E27FC236}">
                  <a16:creationId xmlns:a16="http://schemas.microsoft.com/office/drawing/2014/main" id="{7527D3EE-FA16-DEAF-CA03-5F082CCFCF2D}"/>
                </a:ext>
              </a:extLst>
            </p:cNvPr>
            <p:cNvSpPr/>
            <p:nvPr/>
          </p:nvSpPr>
          <p:spPr>
            <a:xfrm>
              <a:off x="4463800" y="2885700"/>
              <a:ext cx="30875" cy="29550"/>
            </a:xfrm>
            <a:custGeom>
              <a:avLst/>
              <a:gdLst/>
              <a:ahLst/>
              <a:cxnLst/>
              <a:rect l="l" t="t" r="r" b="b"/>
              <a:pathLst>
                <a:path w="1235" h="1182" extrusionOk="0">
                  <a:moveTo>
                    <a:pt x="1234" y="0"/>
                  </a:moveTo>
                  <a:cubicBezTo>
                    <a:pt x="741" y="247"/>
                    <a:pt x="406" y="794"/>
                    <a:pt x="0" y="1182"/>
                  </a:cubicBezTo>
                  <a:cubicBezTo>
                    <a:pt x="388" y="882"/>
                    <a:pt x="970" y="423"/>
                    <a:pt x="1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3150;p49">
              <a:extLst>
                <a:ext uri="{FF2B5EF4-FFF2-40B4-BE49-F238E27FC236}">
                  <a16:creationId xmlns:a16="http://schemas.microsoft.com/office/drawing/2014/main" id="{C4C6754B-67BE-9F33-CB86-991F0BD19F56}"/>
                </a:ext>
              </a:extLst>
            </p:cNvPr>
            <p:cNvSpPr/>
            <p:nvPr/>
          </p:nvSpPr>
          <p:spPr>
            <a:xfrm>
              <a:off x="4475700" y="2905100"/>
              <a:ext cx="29125" cy="22500"/>
            </a:xfrm>
            <a:custGeom>
              <a:avLst/>
              <a:gdLst/>
              <a:ahLst/>
              <a:cxnLst/>
              <a:rect l="l" t="t" r="r" b="b"/>
              <a:pathLst>
                <a:path w="1165" h="900" extrusionOk="0">
                  <a:moveTo>
                    <a:pt x="1164" y="0"/>
                  </a:moveTo>
                  <a:lnTo>
                    <a:pt x="1164" y="0"/>
                  </a:lnTo>
                  <a:cubicBezTo>
                    <a:pt x="706" y="88"/>
                    <a:pt x="318" y="564"/>
                    <a:pt x="0" y="899"/>
                  </a:cubicBezTo>
                  <a:cubicBezTo>
                    <a:pt x="177" y="794"/>
                    <a:pt x="388" y="582"/>
                    <a:pt x="600" y="459"/>
                  </a:cubicBezTo>
                  <a:cubicBezTo>
                    <a:pt x="811" y="317"/>
                    <a:pt x="1005" y="194"/>
                    <a:pt x="1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3151;p49">
              <a:extLst>
                <a:ext uri="{FF2B5EF4-FFF2-40B4-BE49-F238E27FC236}">
                  <a16:creationId xmlns:a16="http://schemas.microsoft.com/office/drawing/2014/main" id="{58449AD3-CA9D-4546-630F-FD0910798619}"/>
                </a:ext>
              </a:extLst>
            </p:cNvPr>
            <p:cNvSpPr/>
            <p:nvPr/>
          </p:nvSpPr>
          <p:spPr>
            <a:xfrm>
              <a:off x="4305950" y="2836325"/>
              <a:ext cx="36175" cy="15050"/>
            </a:xfrm>
            <a:custGeom>
              <a:avLst/>
              <a:gdLst/>
              <a:ahLst/>
              <a:cxnLst/>
              <a:rect l="l" t="t" r="r" b="b"/>
              <a:pathLst>
                <a:path w="1447" h="602" extrusionOk="0">
                  <a:moveTo>
                    <a:pt x="1447" y="0"/>
                  </a:moveTo>
                  <a:lnTo>
                    <a:pt x="1447" y="0"/>
                  </a:lnTo>
                  <a:cubicBezTo>
                    <a:pt x="1218" y="53"/>
                    <a:pt x="971" y="212"/>
                    <a:pt x="724" y="282"/>
                  </a:cubicBezTo>
                  <a:cubicBezTo>
                    <a:pt x="477" y="370"/>
                    <a:pt x="230" y="459"/>
                    <a:pt x="1" y="600"/>
                  </a:cubicBezTo>
                  <a:cubicBezTo>
                    <a:pt x="24" y="601"/>
                    <a:pt x="47" y="602"/>
                    <a:pt x="69" y="602"/>
                  </a:cubicBezTo>
                  <a:cubicBezTo>
                    <a:pt x="558" y="602"/>
                    <a:pt x="1043" y="253"/>
                    <a:pt x="1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3152;p49">
              <a:extLst>
                <a:ext uri="{FF2B5EF4-FFF2-40B4-BE49-F238E27FC236}">
                  <a16:creationId xmlns:a16="http://schemas.microsoft.com/office/drawing/2014/main" id="{986CA8C8-9A22-5DE6-4A23-F51082811B68}"/>
                </a:ext>
              </a:extLst>
            </p:cNvPr>
            <p:cNvSpPr/>
            <p:nvPr/>
          </p:nvSpPr>
          <p:spPr>
            <a:xfrm>
              <a:off x="4322700" y="2847325"/>
              <a:ext cx="30025" cy="15475"/>
            </a:xfrm>
            <a:custGeom>
              <a:avLst/>
              <a:gdLst/>
              <a:ahLst/>
              <a:cxnLst/>
              <a:rect l="l" t="t" r="r" b="b"/>
              <a:pathLst>
                <a:path w="1201" h="619" extrusionOk="0">
                  <a:moveTo>
                    <a:pt x="1200" y="1"/>
                  </a:moveTo>
                  <a:lnTo>
                    <a:pt x="1200" y="1"/>
                  </a:lnTo>
                  <a:cubicBezTo>
                    <a:pt x="1006" y="36"/>
                    <a:pt x="777" y="177"/>
                    <a:pt x="565" y="265"/>
                  </a:cubicBezTo>
                  <a:cubicBezTo>
                    <a:pt x="354" y="354"/>
                    <a:pt x="160" y="459"/>
                    <a:pt x="1" y="618"/>
                  </a:cubicBezTo>
                  <a:cubicBezTo>
                    <a:pt x="407" y="600"/>
                    <a:pt x="830" y="195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3153;p49">
              <a:extLst>
                <a:ext uri="{FF2B5EF4-FFF2-40B4-BE49-F238E27FC236}">
                  <a16:creationId xmlns:a16="http://schemas.microsoft.com/office/drawing/2014/main" id="{3B36FA47-8611-E1F5-916F-CCD7D23D51AC}"/>
                </a:ext>
              </a:extLst>
            </p:cNvPr>
            <p:cNvSpPr/>
            <p:nvPr/>
          </p:nvSpPr>
          <p:spPr>
            <a:xfrm>
              <a:off x="4317850" y="2833675"/>
              <a:ext cx="30450" cy="44100"/>
            </a:xfrm>
            <a:custGeom>
              <a:avLst/>
              <a:gdLst/>
              <a:ahLst/>
              <a:cxnLst/>
              <a:rect l="l" t="t" r="r" b="b"/>
              <a:pathLst>
                <a:path w="1218" h="1764" extrusionOk="0">
                  <a:moveTo>
                    <a:pt x="1" y="0"/>
                  </a:moveTo>
                  <a:lnTo>
                    <a:pt x="1" y="0"/>
                  </a:lnTo>
                  <a:cubicBezTo>
                    <a:pt x="389" y="565"/>
                    <a:pt x="759" y="1235"/>
                    <a:pt x="1218" y="1764"/>
                  </a:cubicBezTo>
                  <a:cubicBezTo>
                    <a:pt x="1024" y="1094"/>
                    <a:pt x="442" y="5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3154;p49">
              <a:extLst>
                <a:ext uri="{FF2B5EF4-FFF2-40B4-BE49-F238E27FC236}">
                  <a16:creationId xmlns:a16="http://schemas.microsoft.com/office/drawing/2014/main" id="{6260BE41-5410-4D4F-AF90-1E1376C8811A}"/>
                </a:ext>
              </a:extLst>
            </p:cNvPr>
            <p:cNvSpPr/>
            <p:nvPr/>
          </p:nvSpPr>
          <p:spPr>
            <a:xfrm>
              <a:off x="4329325" y="2832775"/>
              <a:ext cx="27350" cy="42800"/>
            </a:xfrm>
            <a:custGeom>
              <a:avLst/>
              <a:gdLst/>
              <a:ahLst/>
              <a:cxnLst/>
              <a:rect l="l" t="t" r="r" b="b"/>
              <a:pathLst>
                <a:path w="1094" h="1712" extrusionOk="0">
                  <a:moveTo>
                    <a:pt x="0" y="1"/>
                  </a:moveTo>
                  <a:lnTo>
                    <a:pt x="0" y="1"/>
                  </a:lnTo>
                  <a:cubicBezTo>
                    <a:pt x="494" y="442"/>
                    <a:pt x="635" y="1200"/>
                    <a:pt x="1094" y="1712"/>
                  </a:cubicBezTo>
                  <a:cubicBezTo>
                    <a:pt x="1059" y="1394"/>
                    <a:pt x="829" y="1077"/>
                    <a:pt x="671" y="777"/>
                  </a:cubicBezTo>
                  <a:cubicBezTo>
                    <a:pt x="494" y="495"/>
                    <a:pt x="300" y="17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3155;p49">
              <a:extLst>
                <a:ext uri="{FF2B5EF4-FFF2-40B4-BE49-F238E27FC236}">
                  <a16:creationId xmlns:a16="http://schemas.microsoft.com/office/drawing/2014/main" id="{1669A729-3420-35A9-4049-3C702111AE4E}"/>
                </a:ext>
              </a:extLst>
            </p:cNvPr>
            <p:cNvSpPr/>
            <p:nvPr/>
          </p:nvSpPr>
          <p:spPr>
            <a:xfrm>
              <a:off x="4404275" y="2745500"/>
              <a:ext cx="26475" cy="30875"/>
            </a:xfrm>
            <a:custGeom>
              <a:avLst/>
              <a:gdLst/>
              <a:ahLst/>
              <a:cxnLst/>
              <a:rect l="l" t="t" r="r" b="b"/>
              <a:pathLst>
                <a:path w="1059" h="1235" extrusionOk="0">
                  <a:moveTo>
                    <a:pt x="1058" y="0"/>
                  </a:moveTo>
                  <a:cubicBezTo>
                    <a:pt x="847" y="124"/>
                    <a:pt x="653" y="371"/>
                    <a:pt x="459" y="547"/>
                  </a:cubicBezTo>
                  <a:cubicBezTo>
                    <a:pt x="265" y="741"/>
                    <a:pt x="53" y="970"/>
                    <a:pt x="0" y="1235"/>
                  </a:cubicBezTo>
                  <a:cubicBezTo>
                    <a:pt x="424" y="882"/>
                    <a:pt x="688" y="406"/>
                    <a:pt x="1058" y="18"/>
                  </a:cubicBezTo>
                  <a:lnTo>
                    <a:pt x="1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3156;p49">
              <a:extLst>
                <a:ext uri="{FF2B5EF4-FFF2-40B4-BE49-F238E27FC236}">
                  <a16:creationId xmlns:a16="http://schemas.microsoft.com/office/drawing/2014/main" id="{1CDE9787-7600-E539-3EAC-A9DFA0F5F904}"/>
                </a:ext>
              </a:extLst>
            </p:cNvPr>
            <p:cNvSpPr/>
            <p:nvPr/>
          </p:nvSpPr>
          <p:spPr>
            <a:xfrm>
              <a:off x="4412200" y="2744175"/>
              <a:ext cx="32225" cy="38825"/>
            </a:xfrm>
            <a:custGeom>
              <a:avLst/>
              <a:gdLst/>
              <a:ahLst/>
              <a:cxnLst/>
              <a:rect l="l" t="t" r="r" b="b"/>
              <a:pathLst>
                <a:path w="1289" h="1553" extrusionOk="0">
                  <a:moveTo>
                    <a:pt x="1288" y="0"/>
                  </a:moveTo>
                  <a:lnTo>
                    <a:pt x="1288" y="0"/>
                  </a:lnTo>
                  <a:cubicBezTo>
                    <a:pt x="1024" y="159"/>
                    <a:pt x="777" y="459"/>
                    <a:pt x="547" y="706"/>
                  </a:cubicBezTo>
                  <a:cubicBezTo>
                    <a:pt x="336" y="953"/>
                    <a:pt x="71" y="1253"/>
                    <a:pt x="1" y="1552"/>
                  </a:cubicBezTo>
                  <a:cubicBezTo>
                    <a:pt x="477" y="1076"/>
                    <a:pt x="812" y="477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3157;p49">
              <a:extLst>
                <a:ext uri="{FF2B5EF4-FFF2-40B4-BE49-F238E27FC236}">
                  <a16:creationId xmlns:a16="http://schemas.microsoft.com/office/drawing/2014/main" id="{31A4B5F5-AE6F-2B55-4286-2CC5DA0D590A}"/>
                </a:ext>
              </a:extLst>
            </p:cNvPr>
            <p:cNvSpPr/>
            <p:nvPr/>
          </p:nvSpPr>
          <p:spPr>
            <a:xfrm>
              <a:off x="4415300" y="2745500"/>
              <a:ext cx="23825" cy="18275"/>
            </a:xfrm>
            <a:custGeom>
              <a:avLst/>
              <a:gdLst/>
              <a:ahLst/>
              <a:cxnLst/>
              <a:rect l="l" t="t" r="r" b="b"/>
              <a:pathLst>
                <a:path w="953" h="731" extrusionOk="0">
                  <a:moveTo>
                    <a:pt x="0" y="0"/>
                  </a:moveTo>
                  <a:cubicBezTo>
                    <a:pt x="88" y="159"/>
                    <a:pt x="282" y="300"/>
                    <a:pt x="423" y="441"/>
                  </a:cubicBezTo>
                  <a:cubicBezTo>
                    <a:pt x="487" y="521"/>
                    <a:pt x="797" y="731"/>
                    <a:pt x="920" y="731"/>
                  </a:cubicBezTo>
                  <a:cubicBezTo>
                    <a:pt x="933" y="731"/>
                    <a:pt x="944" y="728"/>
                    <a:pt x="952" y="723"/>
                  </a:cubicBezTo>
                  <a:cubicBezTo>
                    <a:pt x="688" y="406"/>
                    <a:pt x="318" y="26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3158;p49">
              <a:extLst>
                <a:ext uri="{FF2B5EF4-FFF2-40B4-BE49-F238E27FC236}">
                  <a16:creationId xmlns:a16="http://schemas.microsoft.com/office/drawing/2014/main" id="{9DBC1034-DEAC-4FCE-30DD-725273068DA9}"/>
                </a:ext>
              </a:extLst>
            </p:cNvPr>
            <p:cNvSpPr/>
            <p:nvPr/>
          </p:nvSpPr>
          <p:spPr>
            <a:xfrm>
              <a:off x="4409550" y="2754325"/>
              <a:ext cx="19875" cy="16775"/>
            </a:xfrm>
            <a:custGeom>
              <a:avLst/>
              <a:gdLst/>
              <a:ahLst/>
              <a:cxnLst/>
              <a:rect l="l" t="t" r="r" b="b"/>
              <a:pathLst>
                <a:path w="795" h="671" extrusionOk="0">
                  <a:moveTo>
                    <a:pt x="1" y="0"/>
                  </a:moveTo>
                  <a:lnTo>
                    <a:pt x="1" y="0"/>
                  </a:lnTo>
                  <a:cubicBezTo>
                    <a:pt x="36" y="123"/>
                    <a:pt x="230" y="300"/>
                    <a:pt x="336" y="406"/>
                  </a:cubicBezTo>
                  <a:cubicBezTo>
                    <a:pt x="459" y="547"/>
                    <a:pt x="601" y="635"/>
                    <a:pt x="795" y="670"/>
                  </a:cubicBezTo>
                  <a:lnTo>
                    <a:pt x="795" y="653"/>
                  </a:lnTo>
                  <a:cubicBezTo>
                    <a:pt x="583" y="370"/>
                    <a:pt x="248" y="2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3159;p49">
              <a:extLst>
                <a:ext uri="{FF2B5EF4-FFF2-40B4-BE49-F238E27FC236}">
                  <a16:creationId xmlns:a16="http://schemas.microsoft.com/office/drawing/2014/main" id="{1439ED11-9E60-91F8-7A2C-DEE7E15A946F}"/>
                </a:ext>
              </a:extLst>
            </p:cNvPr>
            <p:cNvSpPr/>
            <p:nvPr/>
          </p:nvSpPr>
          <p:spPr>
            <a:xfrm>
              <a:off x="4365475" y="2815600"/>
              <a:ext cx="217800" cy="89075"/>
            </a:xfrm>
            <a:custGeom>
              <a:avLst/>
              <a:gdLst/>
              <a:ahLst/>
              <a:cxnLst/>
              <a:rect l="l" t="t" r="r" b="b"/>
              <a:pathLst>
                <a:path w="8712" h="3563" extrusionOk="0">
                  <a:moveTo>
                    <a:pt x="230" y="0"/>
                  </a:moveTo>
                  <a:lnTo>
                    <a:pt x="1" y="706"/>
                  </a:lnTo>
                  <a:lnTo>
                    <a:pt x="8483" y="3562"/>
                  </a:lnTo>
                  <a:lnTo>
                    <a:pt x="8712" y="285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3160;p49">
              <a:extLst>
                <a:ext uri="{FF2B5EF4-FFF2-40B4-BE49-F238E27FC236}">
                  <a16:creationId xmlns:a16="http://schemas.microsoft.com/office/drawing/2014/main" id="{3C325A53-DC28-3D9A-0777-4928016914FD}"/>
                </a:ext>
              </a:extLst>
            </p:cNvPr>
            <p:cNvSpPr/>
            <p:nvPr/>
          </p:nvSpPr>
          <p:spPr>
            <a:xfrm>
              <a:off x="4517150" y="2825725"/>
              <a:ext cx="65250" cy="67575"/>
            </a:xfrm>
            <a:custGeom>
              <a:avLst/>
              <a:gdLst/>
              <a:ahLst/>
              <a:cxnLst/>
              <a:rect l="l" t="t" r="r" b="b"/>
              <a:pathLst>
                <a:path w="2610" h="2703" extrusionOk="0">
                  <a:moveTo>
                    <a:pt x="2016" y="2181"/>
                  </a:moveTo>
                  <a:cubicBezTo>
                    <a:pt x="2020" y="2195"/>
                    <a:pt x="2024" y="2209"/>
                    <a:pt x="2028" y="2223"/>
                  </a:cubicBezTo>
                  <a:cubicBezTo>
                    <a:pt x="2028" y="2223"/>
                    <a:pt x="2010" y="2223"/>
                    <a:pt x="2010" y="2205"/>
                  </a:cubicBezTo>
                  <a:cubicBezTo>
                    <a:pt x="2010" y="2199"/>
                    <a:pt x="2013" y="2189"/>
                    <a:pt x="2016" y="2181"/>
                  </a:cubicBezTo>
                  <a:close/>
                  <a:moveTo>
                    <a:pt x="837" y="583"/>
                  </a:moveTo>
                  <a:cubicBezTo>
                    <a:pt x="873" y="583"/>
                    <a:pt x="908" y="592"/>
                    <a:pt x="952" y="618"/>
                  </a:cubicBezTo>
                  <a:cubicBezTo>
                    <a:pt x="1252" y="812"/>
                    <a:pt x="1499" y="1200"/>
                    <a:pt x="1710" y="1500"/>
                  </a:cubicBezTo>
                  <a:cubicBezTo>
                    <a:pt x="1823" y="1661"/>
                    <a:pt x="1951" y="1969"/>
                    <a:pt x="2012" y="2169"/>
                  </a:cubicBezTo>
                  <a:lnTo>
                    <a:pt x="2012" y="2169"/>
                  </a:lnTo>
                  <a:cubicBezTo>
                    <a:pt x="1999" y="2184"/>
                    <a:pt x="1978" y="2209"/>
                    <a:pt x="1957" y="2240"/>
                  </a:cubicBezTo>
                  <a:cubicBezTo>
                    <a:pt x="1862" y="2342"/>
                    <a:pt x="1732" y="2387"/>
                    <a:pt x="1593" y="2387"/>
                  </a:cubicBezTo>
                  <a:cubicBezTo>
                    <a:pt x="1397" y="2387"/>
                    <a:pt x="1185" y="2297"/>
                    <a:pt x="1040" y="2152"/>
                  </a:cubicBezTo>
                  <a:cubicBezTo>
                    <a:pt x="705" y="1835"/>
                    <a:pt x="564" y="1271"/>
                    <a:pt x="582" y="830"/>
                  </a:cubicBezTo>
                  <a:cubicBezTo>
                    <a:pt x="617" y="689"/>
                    <a:pt x="635" y="618"/>
                    <a:pt x="723" y="600"/>
                  </a:cubicBezTo>
                  <a:cubicBezTo>
                    <a:pt x="767" y="592"/>
                    <a:pt x="802" y="583"/>
                    <a:pt x="837" y="583"/>
                  </a:cubicBezTo>
                  <a:close/>
                  <a:moveTo>
                    <a:pt x="727" y="0"/>
                  </a:moveTo>
                  <a:cubicBezTo>
                    <a:pt x="253" y="0"/>
                    <a:pt x="0" y="398"/>
                    <a:pt x="17" y="812"/>
                  </a:cubicBezTo>
                  <a:cubicBezTo>
                    <a:pt x="35" y="1464"/>
                    <a:pt x="441" y="1958"/>
                    <a:pt x="917" y="2293"/>
                  </a:cubicBezTo>
                  <a:cubicBezTo>
                    <a:pt x="1190" y="2488"/>
                    <a:pt x="1521" y="2703"/>
                    <a:pt x="1859" y="2703"/>
                  </a:cubicBezTo>
                  <a:cubicBezTo>
                    <a:pt x="1980" y="2703"/>
                    <a:pt x="2101" y="2676"/>
                    <a:pt x="2222" y="2611"/>
                  </a:cubicBezTo>
                  <a:cubicBezTo>
                    <a:pt x="2451" y="2523"/>
                    <a:pt x="2610" y="2205"/>
                    <a:pt x="2433" y="1976"/>
                  </a:cubicBezTo>
                  <a:cubicBezTo>
                    <a:pt x="2239" y="1747"/>
                    <a:pt x="1904" y="1729"/>
                    <a:pt x="1746" y="1464"/>
                  </a:cubicBezTo>
                  <a:cubicBezTo>
                    <a:pt x="1411" y="953"/>
                    <a:pt x="1640" y="18"/>
                    <a:pt x="758" y="1"/>
                  </a:cubicBezTo>
                  <a:cubicBezTo>
                    <a:pt x="748" y="0"/>
                    <a:pt x="737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3161;p49">
              <a:extLst>
                <a:ext uri="{FF2B5EF4-FFF2-40B4-BE49-F238E27FC236}">
                  <a16:creationId xmlns:a16="http://schemas.microsoft.com/office/drawing/2014/main" id="{727F2FB0-6CAF-AAE8-D580-043BD95A1128}"/>
                </a:ext>
              </a:extLst>
            </p:cNvPr>
            <p:cNvSpPr/>
            <p:nvPr/>
          </p:nvSpPr>
          <p:spPr>
            <a:xfrm>
              <a:off x="4578425" y="2855775"/>
              <a:ext cx="80700" cy="54050"/>
            </a:xfrm>
            <a:custGeom>
              <a:avLst/>
              <a:gdLst/>
              <a:ahLst/>
              <a:cxnLst/>
              <a:rect l="l" t="t" r="r" b="b"/>
              <a:pathLst>
                <a:path w="3228" h="2162" extrusionOk="0">
                  <a:moveTo>
                    <a:pt x="416" y="1310"/>
                  </a:moveTo>
                  <a:cubicBezTo>
                    <a:pt x="401" y="1326"/>
                    <a:pt x="382" y="1341"/>
                    <a:pt x="365" y="1341"/>
                  </a:cubicBezTo>
                  <a:cubicBezTo>
                    <a:pt x="361" y="1341"/>
                    <a:pt x="357" y="1340"/>
                    <a:pt x="353" y="1338"/>
                  </a:cubicBezTo>
                  <a:cubicBezTo>
                    <a:pt x="373" y="1327"/>
                    <a:pt x="394" y="1318"/>
                    <a:pt x="416" y="1310"/>
                  </a:cubicBezTo>
                  <a:close/>
                  <a:moveTo>
                    <a:pt x="2259" y="573"/>
                  </a:moveTo>
                  <a:cubicBezTo>
                    <a:pt x="2301" y="573"/>
                    <a:pt x="2341" y="581"/>
                    <a:pt x="2381" y="598"/>
                  </a:cubicBezTo>
                  <a:cubicBezTo>
                    <a:pt x="2381" y="615"/>
                    <a:pt x="2398" y="615"/>
                    <a:pt x="2398" y="633"/>
                  </a:cubicBezTo>
                  <a:cubicBezTo>
                    <a:pt x="2522" y="1074"/>
                    <a:pt x="2398" y="1832"/>
                    <a:pt x="1852" y="2008"/>
                  </a:cubicBezTo>
                  <a:cubicBezTo>
                    <a:pt x="1775" y="2032"/>
                    <a:pt x="1698" y="2043"/>
                    <a:pt x="1623" y="2043"/>
                  </a:cubicBezTo>
                  <a:cubicBezTo>
                    <a:pt x="1153" y="2043"/>
                    <a:pt x="722" y="1620"/>
                    <a:pt x="490" y="1288"/>
                  </a:cubicBezTo>
                  <a:lnTo>
                    <a:pt x="490" y="1288"/>
                  </a:lnTo>
                  <a:cubicBezTo>
                    <a:pt x="708" y="1235"/>
                    <a:pt x="980" y="1266"/>
                    <a:pt x="1182" y="1179"/>
                  </a:cubicBezTo>
                  <a:cubicBezTo>
                    <a:pt x="1340" y="1127"/>
                    <a:pt x="1464" y="1021"/>
                    <a:pt x="1587" y="915"/>
                  </a:cubicBezTo>
                  <a:cubicBezTo>
                    <a:pt x="1795" y="782"/>
                    <a:pt x="2040" y="573"/>
                    <a:pt x="2259" y="573"/>
                  </a:cubicBezTo>
                  <a:close/>
                  <a:moveTo>
                    <a:pt x="2318" y="1"/>
                  </a:moveTo>
                  <a:cubicBezTo>
                    <a:pt x="1894" y="1"/>
                    <a:pt x="1513" y="363"/>
                    <a:pt x="1323" y="703"/>
                  </a:cubicBezTo>
                  <a:lnTo>
                    <a:pt x="1270" y="792"/>
                  </a:lnTo>
                  <a:cubicBezTo>
                    <a:pt x="1193" y="976"/>
                    <a:pt x="1008" y="1080"/>
                    <a:pt x="810" y="1080"/>
                  </a:cubicBezTo>
                  <a:cubicBezTo>
                    <a:pt x="781" y="1080"/>
                    <a:pt x="752" y="1078"/>
                    <a:pt x="723" y="1074"/>
                  </a:cubicBezTo>
                  <a:cubicBezTo>
                    <a:pt x="599" y="1055"/>
                    <a:pt x="433" y="989"/>
                    <a:pt x="293" y="989"/>
                  </a:cubicBezTo>
                  <a:cubicBezTo>
                    <a:pt x="175" y="989"/>
                    <a:pt x="76" y="1036"/>
                    <a:pt x="35" y="1197"/>
                  </a:cubicBezTo>
                  <a:cubicBezTo>
                    <a:pt x="0" y="1409"/>
                    <a:pt x="53" y="1532"/>
                    <a:pt x="141" y="1673"/>
                  </a:cubicBezTo>
                  <a:cubicBezTo>
                    <a:pt x="386" y="2040"/>
                    <a:pt x="784" y="2162"/>
                    <a:pt x="1187" y="2162"/>
                  </a:cubicBezTo>
                  <a:cubicBezTo>
                    <a:pt x="1423" y="2162"/>
                    <a:pt x="1661" y="2120"/>
                    <a:pt x="1869" y="2061"/>
                  </a:cubicBezTo>
                  <a:cubicBezTo>
                    <a:pt x="2134" y="1973"/>
                    <a:pt x="2416" y="1832"/>
                    <a:pt x="2663" y="1603"/>
                  </a:cubicBezTo>
                  <a:cubicBezTo>
                    <a:pt x="3033" y="1268"/>
                    <a:pt x="3227" y="439"/>
                    <a:pt x="2698" y="104"/>
                  </a:cubicBezTo>
                  <a:cubicBezTo>
                    <a:pt x="2570" y="32"/>
                    <a:pt x="2442" y="1"/>
                    <a:pt x="2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3162;p49">
              <a:extLst>
                <a:ext uri="{FF2B5EF4-FFF2-40B4-BE49-F238E27FC236}">
                  <a16:creationId xmlns:a16="http://schemas.microsoft.com/office/drawing/2014/main" id="{B3735EB8-086C-87D7-F086-9EA9445648AA}"/>
                </a:ext>
              </a:extLst>
            </p:cNvPr>
            <p:cNvSpPr/>
            <p:nvPr/>
          </p:nvSpPr>
          <p:spPr>
            <a:xfrm>
              <a:off x="4577100" y="2881725"/>
              <a:ext cx="109350" cy="175050"/>
            </a:xfrm>
            <a:custGeom>
              <a:avLst/>
              <a:gdLst/>
              <a:ahLst/>
              <a:cxnLst/>
              <a:rect l="l" t="t" r="r" b="b"/>
              <a:pathLst>
                <a:path w="4374" h="7002" extrusionOk="0">
                  <a:moveTo>
                    <a:pt x="0" y="0"/>
                  </a:moveTo>
                  <a:cubicBezTo>
                    <a:pt x="0" y="1"/>
                    <a:pt x="2081" y="6525"/>
                    <a:pt x="2645" y="7001"/>
                  </a:cubicBezTo>
                  <a:cubicBezTo>
                    <a:pt x="4373" y="5167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3163;p49">
              <a:extLst>
                <a:ext uri="{FF2B5EF4-FFF2-40B4-BE49-F238E27FC236}">
                  <a16:creationId xmlns:a16="http://schemas.microsoft.com/office/drawing/2014/main" id="{8FDD8A02-3BB2-1A6E-F339-13163259CDA7}"/>
                </a:ext>
              </a:extLst>
            </p:cNvPr>
            <p:cNvSpPr/>
            <p:nvPr/>
          </p:nvSpPr>
          <p:spPr>
            <a:xfrm>
              <a:off x="4469950" y="2880850"/>
              <a:ext cx="109375" cy="175025"/>
            </a:xfrm>
            <a:custGeom>
              <a:avLst/>
              <a:gdLst/>
              <a:ahLst/>
              <a:cxnLst/>
              <a:rect l="l" t="t" r="r" b="b"/>
              <a:pathLst>
                <a:path w="4375" h="7001" extrusionOk="0">
                  <a:moveTo>
                    <a:pt x="4374" y="0"/>
                  </a:moveTo>
                  <a:cubicBezTo>
                    <a:pt x="4374" y="1"/>
                    <a:pt x="1" y="5185"/>
                    <a:pt x="1729" y="7001"/>
                  </a:cubicBezTo>
                  <a:cubicBezTo>
                    <a:pt x="2293" y="6525"/>
                    <a:pt x="4374" y="1"/>
                    <a:pt x="4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0" name="Группа 1649">
            <a:extLst>
              <a:ext uri="{FF2B5EF4-FFF2-40B4-BE49-F238E27FC236}">
                <a16:creationId xmlns:a16="http://schemas.microsoft.com/office/drawing/2014/main" id="{FD70ED7E-D9FE-EAEB-A734-F3A580EBC780}"/>
              </a:ext>
            </a:extLst>
          </p:cNvPr>
          <p:cNvGrpSpPr/>
          <p:nvPr/>
        </p:nvGrpSpPr>
        <p:grpSpPr>
          <a:xfrm>
            <a:off x="5635571" y="2099402"/>
            <a:ext cx="3832547" cy="2801465"/>
            <a:chOff x="5200855" y="1057612"/>
            <a:chExt cx="3832547" cy="2801465"/>
          </a:xfrm>
        </p:grpSpPr>
        <p:grpSp>
          <p:nvGrpSpPr>
            <p:cNvPr id="1651" name="Группа 1650">
              <a:extLst>
                <a:ext uri="{FF2B5EF4-FFF2-40B4-BE49-F238E27FC236}">
                  <a16:creationId xmlns:a16="http://schemas.microsoft.com/office/drawing/2014/main" id="{C47E2137-01C8-4CAC-1EB7-A4A47DA45B3B}"/>
                </a:ext>
              </a:extLst>
            </p:cNvPr>
            <p:cNvGrpSpPr/>
            <p:nvPr/>
          </p:nvGrpSpPr>
          <p:grpSpPr>
            <a:xfrm>
              <a:off x="5200855" y="1057612"/>
              <a:ext cx="3832547" cy="2801465"/>
              <a:chOff x="5369511" y="1970579"/>
              <a:chExt cx="2779479" cy="2002976"/>
            </a:xfrm>
          </p:grpSpPr>
          <p:sp>
            <p:nvSpPr>
              <p:cNvPr id="1653" name="Google Shape;1638;p40">
                <a:extLst>
                  <a:ext uri="{FF2B5EF4-FFF2-40B4-BE49-F238E27FC236}">
                    <a16:creationId xmlns:a16="http://schemas.microsoft.com/office/drawing/2014/main" id="{17A3D9FC-0E6D-4D62-91E8-25C645C10BF5}"/>
                  </a:ext>
                </a:extLst>
              </p:cNvPr>
              <p:cNvSpPr/>
              <p:nvPr/>
            </p:nvSpPr>
            <p:spPr>
              <a:xfrm>
                <a:off x="6698161" y="3329505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54" name="Google Shape;1637;p40">
                <a:extLst>
                  <a:ext uri="{FF2B5EF4-FFF2-40B4-BE49-F238E27FC236}">
                    <a16:creationId xmlns:a16="http://schemas.microsoft.com/office/drawing/2014/main" id="{2EEC225E-E50A-C5ED-8AD7-A18D9BB41A47}"/>
                  </a:ext>
                </a:extLst>
              </p:cNvPr>
              <p:cNvGrpSpPr/>
              <p:nvPr/>
            </p:nvGrpSpPr>
            <p:grpSpPr>
              <a:xfrm>
                <a:off x="5369511" y="1970579"/>
                <a:ext cx="2779479" cy="1595770"/>
                <a:chOff x="4501875" y="617075"/>
                <a:chExt cx="1835100" cy="3724800"/>
              </a:xfrm>
            </p:grpSpPr>
            <p:sp>
              <p:nvSpPr>
                <p:cNvPr id="1656" name="Google Shape;1638;p40">
                  <a:extLst>
                    <a:ext uri="{FF2B5EF4-FFF2-40B4-BE49-F238E27FC236}">
                      <a16:creationId xmlns:a16="http://schemas.microsoft.com/office/drawing/2014/main" id="{57C08DD1-CDBA-56DF-6197-F9868E647899}"/>
                    </a:ext>
                  </a:extLst>
                </p:cNvPr>
                <p:cNvSpPr/>
                <p:nvPr/>
              </p:nvSpPr>
              <p:spPr>
                <a:xfrm>
                  <a:off x="4501875" y="617075"/>
                  <a:ext cx="1835100" cy="3724800"/>
                </a:xfrm>
                <a:prstGeom prst="rect">
                  <a:avLst/>
                </a:prstGeom>
                <a:solidFill>
                  <a:srgbClr val="01010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57" name="Google Shape;1639;p40">
                  <a:extLst>
                    <a:ext uri="{FF2B5EF4-FFF2-40B4-BE49-F238E27FC236}">
                      <a16:creationId xmlns:a16="http://schemas.microsoft.com/office/drawing/2014/main" id="{49C04E49-B0FE-7171-5F34-4FB0BFD39005}"/>
                    </a:ext>
                  </a:extLst>
                </p:cNvPr>
                <p:cNvSpPr/>
                <p:nvPr/>
              </p:nvSpPr>
              <p:spPr>
                <a:xfrm>
                  <a:off x="5321325" y="4032200"/>
                  <a:ext cx="196200" cy="1962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rgbClr val="010101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1655" name="Google Shape;1638;p40">
                <a:extLst>
                  <a:ext uri="{FF2B5EF4-FFF2-40B4-BE49-F238E27FC236}">
                    <a16:creationId xmlns:a16="http://schemas.microsoft.com/office/drawing/2014/main" id="{1F199BC7-5BD6-912D-3147-7F04C87D32D1}"/>
                  </a:ext>
                </a:extLst>
              </p:cNvPr>
              <p:cNvSpPr/>
              <p:nvPr/>
            </p:nvSpPr>
            <p:spPr>
              <a:xfrm rot="5400000">
                <a:off x="6698161" y="3604002"/>
                <a:ext cx="122178" cy="616928"/>
              </a:xfrm>
              <a:prstGeom prst="rect">
                <a:avLst/>
              </a:prstGeom>
              <a:solidFill>
                <a:srgbClr val="010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652" name="image13.png">
              <a:extLst>
                <a:ext uri="{FF2B5EF4-FFF2-40B4-BE49-F238E27FC236}">
                  <a16:creationId xmlns:a16="http://schemas.microsoft.com/office/drawing/2014/main" id="{B66977EE-4CB4-AA81-943E-124B6F4E86A2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1770" b="28132"/>
            <a:stretch/>
          </p:blipFill>
          <p:spPr>
            <a:xfrm>
              <a:off x="5229637" y="1125031"/>
              <a:ext cx="3776400" cy="1944000"/>
            </a:xfrm>
            <a:prstGeom prst="rect">
              <a:avLst/>
            </a:prstGeom>
            <a:ln/>
          </p:spPr>
        </p:pic>
      </p:grpSp>
    </p:spTree>
    <p:extLst>
      <p:ext uri="{BB962C8B-B14F-4D97-AF65-F5344CB8AC3E}">
        <p14:creationId xmlns:p14="http://schemas.microsoft.com/office/powerpoint/2010/main" val="108696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03" y="0"/>
            <a:ext cx="7699200" cy="107217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Диаграмма объектов предметной области</a:t>
            </a:r>
            <a:endParaRPr lang="ru-CH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AA8CD3-EC0F-D1AD-DF86-43F647C936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07" y="1122969"/>
            <a:ext cx="5271991" cy="36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813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1"/>
          <p:cNvSpPr txBox="1">
            <a:spLocks noGrp="1"/>
          </p:cNvSpPr>
          <p:nvPr>
            <p:ph type="title"/>
          </p:nvPr>
        </p:nvSpPr>
        <p:spPr>
          <a:xfrm>
            <a:off x="317546" y="1366235"/>
            <a:ext cx="5442508" cy="2377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Проектирование системы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5" name="Google Shape;895;p31"/>
          <p:cNvSpPr txBox="1">
            <a:spLocks noGrp="1"/>
          </p:cNvSpPr>
          <p:nvPr>
            <p:ph type="title" idx="2"/>
          </p:nvPr>
        </p:nvSpPr>
        <p:spPr>
          <a:xfrm>
            <a:off x="722375" y="539488"/>
            <a:ext cx="11931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2</a:t>
            </a:r>
            <a:endParaRPr dirty="0"/>
          </a:p>
        </p:txBody>
      </p:sp>
      <p:grpSp>
        <p:nvGrpSpPr>
          <p:cNvPr id="923" name="Google Shape;923;p31"/>
          <p:cNvGrpSpPr/>
          <p:nvPr/>
        </p:nvGrpSpPr>
        <p:grpSpPr>
          <a:xfrm flipH="1">
            <a:off x="1915486" y="3619796"/>
            <a:ext cx="2578706" cy="977964"/>
            <a:chOff x="3682500" y="238150"/>
            <a:chExt cx="3697600" cy="1402300"/>
          </a:xfrm>
        </p:grpSpPr>
        <p:sp>
          <p:nvSpPr>
            <p:cNvPr id="924" name="Google Shape;924;p31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1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1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1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3" name="Google Shape;973;p31"/>
          <p:cNvGrpSpPr/>
          <p:nvPr/>
        </p:nvGrpSpPr>
        <p:grpSpPr>
          <a:xfrm>
            <a:off x="5386239" y="1916779"/>
            <a:ext cx="1265926" cy="2761237"/>
            <a:chOff x="238125" y="2370075"/>
            <a:chExt cx="381625" cy="832400"/>
          </a:xfrm>
        </p:grpSpPr>
        <p:sp>
          <p:nvSpPr>
            <p:cNvPr id="974" name="Google Shape;974;p31"/>
            <p:cNvSpPr/>
            <p:nvPr/>
          </p:nvSpPr>
          <p:spPr>
            <a:xfrm>
              <a:off x="417925" y="2484150"/>
              <a:ext cx="86625" cy="204275"/>
            </a:xfrm>
            <a:custGeom>
              <a:avLst/>
              <a:gdLst/>
              <a:ahLst/>
              <a:cxnLst/>
              <a:rect l="l" t="t" r="r" b="b"/>
              <a:pathLst>
                <a:path w="3465" h="8171" extrusionOk="0">
                  <a:moveTo>
                    <a:pt x="2474" y="0"/>
                  </a:moveTo>
                  <a:lnTo>
                    <a:pt x="0" y="341"/>
                  </a:lnTo>
                  <a:lnTo>
                    <a:pt x="1496" y="1716"/>
                  </a:lnTo>
                  <a:lnTo>
                    <a:pt x="1034" y="8171"/>
                  </a:lnTo>
                  <a:lnTo>
                    <a:pt x="2661" y="7665"/>
                  </a:lnTo>
                  <a:lnTo>
                    <a:pt x="3464" y="1848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rgbClr val="356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452000" y="2678775"/>
              <a:ext cx="45400" cy="149325"/>
            </a:xfrm>
            <a:custGeom>
              <a:avLst/>
              <a:gdLst/>
              <a:ahLst/>
              <a:cxnLst/>
              <a:rect l="l" t="t" r="r" b="b"/>
              <a:pathLst>
                <a:path w="1816" h="5973" extrusionOk="0">
                  <a:moveTo>
                    <a:pt x="1815" y="1"/>
                  </a:moveTo>
                  <a:lnTo>
                    <a:pt x="188" y="507"/>
                  </a:lnTo>
                  <a:lnTo>
                    <a:pt x="1" y="5807"/>
                  </a:lnTo>
                  <a:lnTo>
                    <a:pt x="958" y="5972"/>
                  </a:lnTo>
                  <a:lnTo>
                    <a:pt x="1815" y="1"/>
                  </a:ln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450350" y="2811025"/>
              <a:ext cx="27250" cy="12125"/>
            </a:xfrm>
            <a:custGeom>
              <a:avLst/>
              <a:gdLst/>
              <a:ahLst/>
              <a:cxnLst/>
              <a:rect l="l" t="t" r="r" b="b"/>
              <a:pathLst>
                <a:path w="1090" h="485" extrusionOk="0">
                  <a:moveTo>
                    <a:pt x="78" y="1"/>
                  </a:moveTo>
                  <a:lnTo>
                    <a:pt x="1" y="484"/>
                  </a:lnTo>
                  <a:lnTo>
                    <a:pt x="1" y="484"/>
                  </a:lnTo>
                  <a:lnTo>
                    <a:pt x="1057" y="473"/>
                  </a:lnTo>
                  <a:lnTo>
                    <a:pt x="1090" y="12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418475" y="2710125"/>
              <a:ext cx="130600" cy="204025"/>
            </a:xfrm>
            <a:custGeom>
              <a:avLst/>
              <a:gdLst/>
              <a:ahLst/>
              <a:cxnLst/>
              <a:rect l="l" t="t" r="r" b="b"/>
              <a:pathLst>
                <a:path w="5224" h="8161" extrusionOk="0">
                  <a:moveTo>
                    <a:pt x="0" y="1"/>
                  </a:moveTo>
                  <a:lnTo>
                    <a:pt x="902" y="364"/>
                  </a:lnTo>
                  <a:lnTo>
                    <a:pt x="3354" y="8160"/>
                  </a:lnTo>
                  <a:lnTo>
                    <a:pt x="5224" y="7479"/>
                  </a:lnTo>
                  <a:lnTo>
                    <a:pt x="4740" y="2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502325" y="2896018"/>
              <a:ext cx="92400" cy="242775"/>
            </a:xfrm>
            <a:custGeom>
              <a:avLst/>
              <a:gdLst/>
              <a:ahLst/>
              <a:cxnLst/>
              <a:rect l="l" t="t" r="r" b="b"/>
              <a:pathLst>
                <a:path w="3696" h="9711" extrusionOk="0">
                  <a:moveTo>
                    <a:pt x="1859" y="1"/>
                  </a:moveTo>
                  <a:lnTo>
                    <a:pt x="0" y="682"/>
                  </a:lnTo>
                  <a:lnTo>
                    <a:pt x="2453" y="9590"/>
                  </a:lnTo>
                  <a:lnTo>
                    <a:pt x="3695" y="9711"/>
                  </a:lnTo>
                  <a:cubicBezTo>
                    <a:pt x="3695" y="9711"/>
                    <a:pt x="3618" y="4179"/>
                    <a:pt x="3046" y="2860"/>
                  </a:cubicBezTo>
                  <a:cubicBezTo>
                    <a:pt x="2464" y="1540"/>
                    <a:pt x="1859" y="1"/>
                    <a:pt x="1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372825" y="2654875"/>
              <a:ext cx="158925" cy="255975"/>
            </a:xfrm>
            <a:custGeom>
              <a:avLst/>
              <a:gdLst/>
              <a:ahLst/>
              <a:cxnLst/>
              <a:rect l="l" t="t" r="r" b="b"/>
              <a:pathLst>
                <a:path w="6357" h="10239" extrusionOk="0">
                  <a:moveTo>
                    <a:pt x="5257" y="0"/>
                  </a:moveTo>
                  <a:lnTo>
                    <a:pt x="1639" y="440"/>
                  </a:lnTo>
                  <a:lnTo>
                    <a:pt x="1474" y="1936"/>
                  </a:lnTo>
                  <a:lnTo>
                    <a:pt x="1" y="9974"/>
                  </a:lnTo>
                  <a:lnTo>
                    <a:pt x="1969" y="10238"/>
                  </a:lnTo>
                  <a:lnTo>
                    <a:pt x="5862" y="3497"/>
                  </a:lnTo>
                  <a:cubicBezTo>
                    <a:pt x="6357" y="2639"/>
                    <a:pt x="6313" y="1573"/>
                    <a:pt x="5763" y="748"/>
                  </a:cubicBezTo>
                  <a:lnTo>
                    <a:pt x="52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374200" y="2891025"/>
              <a:ext cx="82225" cy="245800"/>
            </a:xfrm>
            <a:custGeom>
              <a:avLst/>
              <a:gdLst/>
              <a:ahLst/>
              <a:cxnLst/>
              <a:rect l="l" t="t" r="r" b="b"/>
              <a:pathLst>
                <a:path w="3289" h="9832" extrusionOk="0">
                  <a:moveTo>
                    <a:pt x="1914" y="1"/>
                  </a:moveTo>
                  <a:lnTo>
                    <a:pt x="1" y="517"/>
                  </a:lnTo>
                  <a:lnTo>
                    <a:pt x="1661" y="9612"/>
                  </a:lnTo>
                  <a:lnTo>
                    <a:pt x="2882" y="9832"/>
                  </a:lnTo>
                  <a:cubicBezTo>
                    <a:pt x="2882" y="9832"/>
                    <a:pt x="3289" y="4322"/>
                    <a:pt x="2838" y="2959"/>
                  </a:cubicBezTo>
                  <a:cubicBezTo>
                    <a:pt x="2387" y="1595"/>
                    <a:pt x="1914" y="1"/>
                    <a:pt x="1914" y="1"/>
                  </a:cubicBezTo>
                  <a:close/>
                </a:path>
              </a:pathLst>
            </a:custGeom>
            <a:solidFill>
              <a:srgbClr val="E84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453375" y="2621050"/>
              <a:ext cx="99275" cy="122925"/>
            </a:xfrm>
            <a:custGeom>
              <a:avLst/>
              <a:gdLst/>
              <a:ahLst/>
              <a:cxnLst/>
              <a:rect l="l" t="t" r="r" b="b"/>
              <a:pathLst>
                <a:path w="3971" h="4917" extrusionOk="0">
                  <a:moveTo>
                    <a:pt x="2442" y="1"/>
                  </a:moveTo>
                  <a:lnTo>
                    <a:pt x="1" y="2299"/>
                  </a:lnTo>
                  <a:lnTo>
                    <a:pt x="3366" y="4916"/>
                  </a:lnTo>
                  <a:lnTo>
                    <a:pt x="3509" y="4828"/>
                  </a:lnTo>
                  <a:cubicBezTo>
                    <a:pt x="3971" y="4344"/>
                    <a:pt x="3014" y="2717"/>
                    <a:pt x="2585" y="2200"/>
                  </a:cubicBezTo>
                  <a:lnTo>
                    <a:pt x="2442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395925" y="2382125"/>
              <a:ext cx="66000" cy="85000"/>
            </a:xfrm>
            <a:custGeom>
              <a:avLst/>
              <a:gdLst/>
              <a:ahLst/>
              <a:cxnLst/>
              <a:rect l="l" t="t" r="r" b="b"/>
              <a:pathLst>
                <a:path w="2640" h="3400" extrusionOk="0">
                  <a:moveTo>
                    <a:pt x="1307" y="1"/>
                  </a:moveTo>
                  <a:cubicBezTo>
                    <a:pt x="1297" y="1"/>
                    <a:pt x="1286" y="1"/>
                    <a:pt x="1276" y="1"/>
                  </a:cubicBezTo>
                  <a:cubicBezTo>
                    <a:pt x="561" y="23"/>
                    <a:pt x="0" y="793"/>
                    <a:pt x="22" y="1739"/>
                  </a:cubicBezTo>
                  <a:cubicBezTo>
                    <a:pt x="55" y="2660"/>
                    <a:pt x="632" y="3400"/>
                    <a:pt x="1333" y="3400"/>
                  </a:cubicBezTo>
                  <a:cubicBezTo>
                    <a:pt x="1344" y="3400"/>
                    <a:pt x="1354" y="3400"/>
                    <a:pt x="1364" y="3399"/>
                  </a:cubicBezTo>
                  <a:cubicBezTo>
                    <a:pt x="2079" y="3377"/>
                    <a:pt x="2640" y="2607"/>
                    <a:pt x="2618" y="1662"/>
                  </a:cubicBezTo>
                  <a:cubicBezTo>
                    <a:pt x="2585" y="740"/>
                    <a:pt x="2008" y="1"/>
                    <a:pt x="1307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417925" y="2445375"/>
              <a:ext cx="41250" cy="58025"/>
            </a:xfrm>
            <a:custGeom>
              <a:avLst/>
              <a:gdLst/>
              <a:ahLst/>
              <a:cxnLst/>
              <a:rect l="l" t="t" r="r" b="b"/>
              <a:pathLst>
                <a:path w="1650" h="2321" extrusionOk="0">
                  <a:moveTo>
                    <a:pt x="990" y="0"/>
                  </a:moveTo>
                  <a:lnTo>
                    <a:pt x="0" y="330"/>
                  </a:lnTo>
                  <a:lnTo>
                    <a:pt x="660" y="2321"/>
                  </a:lnTo>
                  <a:lnTo>
                    <a:pt x="1650" y="1980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389875" y="2508875"/>
              <a:ext cx="161125" cy="248025"/>
            </a:xfrm>
            <a:custGeom>
              <a:avLst/>
              <a:gdLst/>
              <a:ahLst/>
              <a:cxnLst/>
              <a:rect l="l" t="t" r="r" b="b"/>
              <a:pathLst>
                <a:path w="6445" h="9921" extrusionOk="0">
                  <a:moveTo>
                    <a:pt x="3948" y="1"/>
                  </a:moveTo>
                  <a:lnTo>
                    <a:pt x="0" y="782"/>
                  </a:lnTo>
                  <a:lnTo>
                    <a:pt x="88" y="9920"/>
                  </a:lnTo>
                  <a:lnTo>
                    <a:pt x="6445" y="9524"/>
                  </a:lnTo>
                  <a:lnTo>
                    <a:pt x="3948" y="1"/>
                  </a:lnTo>
                  <a:close/>
                </a:path>
              </a:pathLst>
            </a:custGeom>
            <a:solidFill>
              <a:srgbClr val="356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387400" y="2468475"/>
              <a:ext cx="96525" cy="183125"/>
            </a:xfrm>
            <a:custGeom>
              <a:avLst/>
              <a:gdLst/>
              <a:ahLst/>
              <a:cxnLst/>
              <a:rect l="l" t="t" r="r" b="b"/>
              <a:pathLst>
                <a:path w="3861" h="7325" extrusionOk="0">
                  <a:moveTo>
                    <a:pt x="2783" y="0"/>
                  </a:moveTo>
                  <a:lnTo>
                    <a:pt x="2728" y="33"/>
                  </a:lnTo>
                  <a:cubicBezTo>
                    <a:pt x="2495" y="219"/>
                    <a:pt x="2213" y="313"/>
                    <a:pt x="1931" y="313"/>
                  </a:cubicBezTo>
                  <a:cubicBezTo>
                    <a:pt x="1680" y="313"/>
                    <a:pt x="1428" y="239"/>
                    <a:pt x="1210" y="88"/>
                  </a:cubicBezTo>
                  <a:lnTo>
                    <a:pt x="770" y="605"/>
                  </a:lnTo>
                  <a:cubicBezTo>
                    <a:pt x="99" y="1188"/>
                    <a:pt x="0" y="2464"/>
                    <a:pt x="220" y="3321"/>
                  </a:cubicBezTo>
                  <a:lnTo>
                    <a:pt x="1111" y="7214"/>
                  </a:lnTo>
                  <a:lnTo>
                    <a:pt x="3190" y="7324"/>
                  </a:lnTo>
                  <a:lnTo>
                    <a:pt x="3190" y="7324"/>
                  </a:lnTo>
                  <a:lnTo>
                    <a:pt x="1848" y="2684"/>
                  </a:lnTo>
                  <a:lnTo>
                    <a:pt x="2761" y="2793"/>
                  </a:lnTo>
                  <a:lnTo>
                    <a:pt x="3860" y="847"/>
                  </a:lnTo>
                  <a:lnTo>
                    <a:pt x="2783" y="0"/>
                  </a:lnTo>
                  <a:close/>
                </a:path>
              </a:pathLst>
            </a:custGeom>
            <a:solidFill>
              <a:srgbClr val="356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324175" y="3127475"/>
              <a:ext cx="149025" cy="71925"/>
            </a:xfrm>
            <a:custGeom>
              <a:avLst/>
              <a:gdLst/>
              <a:ahLst/>
              <a:cxnLst/>
              <a:rect l="l" t="t" r="r" b="b"/>
              <a:pathLst>
                <a:path w="5961" h="2877" extrusionOk="0">
                  <a:moveTo>
                    <a:pt x="3618" y="0"/>
                  </a:moveTo>
                  <a:lnTo>
                    <a:pt x="2683" y="1023"/>
                  </a:lnTo>
                  <a:cubicBezTo>
                    <a:pt x="2540" y="1188"/>
                    <a:pt x="2353" y="1320"/>
                    <a:pt x="2145" y="1408"/>
                  </a:cubicBezTo>
                  <a:lnTo>
                    <a:pt x="0" y="2364"/>
                  </a:lnTo>
                  <a:lnTo>
                    <a:pt x="2474" y="2859"/>
                  </a:lnTo>
                  <a:cubicBezTo>
                    <a:pt x="2529" y="2871"/>
                    <a:pt x="2584" y="2876"/>
                    <a:pt x="2639" y="2876"/>
                  </a:cubicBezTo>
                  <a:cubicBezTo>
                    <a:pt x="2903" y="2876"/>
                    <a:pt x="3157" y="2748"/>
                    <a:pt x="3321" y="2529"/>
                  </a:cubicBezTo>
                  <a:lnTo>
                    <a:pt x="4146" y="1397"/>
                  </a:lnTo>
                  <a:lnTo>
                    <a:pt x="4421" y="2397"/>
                  </a:lnTo>
                  <a:lnTo>
                    <a:pt x="5961" y="2111"/>
                  </a:lnTo>
                  <a:lnTo>
                    <a:pt x="4982" y="66"/>
                  </a:lnTo>
                  <a:lnTo>
                    <a:pt x="4982" y="77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484725" y="3135700"/>
              <a:ext cx="135025" cy="66775"/>
            </a:xfrm>
            <a:custGeom>
              <a:avLst/>
              <a:gdLst/>
              <a:ahLst/>
              <a:cxnLst/>
              <a:rect l="l" t="t" r="r" b="b"/>
              <a:pathLst>
                <a:path w="5401" h="2671" extrusionOk="0">
                  <a:moveTo>
                    <a:pt x="3157" y="1"/>
                  </a:moveTo>
                  <a:lnTo>
                    <a:pt x="2376" y="980"/>
                  </a:lnTo>
                  <a:cubicBezTo>
                    <a:pt x="2244" y="1134"/>
                    <a:pt x="2090" y="1266"/>
                    <a:pt x="1903" y="1365"/>
                  </a:cubicBezTo>
                  <a:lnTo>
                    <a:pt x="0" y="2343"/>
                  </a:lnTo>
                  <a:lnTo>
                    <a:pt x="2277" y="2662"/>
                  </a:lnTo>
                  <a:cubicBezTo>
                    <a:pt x="2315" y="2668"/>
                    <a:pt x="2352" y="2671"/>
                    <a:pt x="2390" y="2671"/>
                  </a:cubicBezTo>
                  <a:cubicBezTo>
                    <a:pt x="2645" y="2671"/>
                    <a:pt x="2881" y="2542"/>
                    <a:pt x="3025" y="2321"/>
                  </a:cubicBezTo>
                  <a:lnTo>
                    <a:pt x="3706" y="1244"/>
                  </a:lnTo>
                  <a:lnTo>
                    <a:pt x="4014" y="2134"/>
                  </a:lnTo>
                  <a:lnTo>
                    <a:pt x="5400" y="1793"/>
                  </a:lnTo>
                  <a:lnTo>
                    <a:pt x="43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365125" y="3119500"/>
              <a:ext cx="42650" cy="39050"/>
            </a:xfrm>
            <a:custGeom>
              <a:avLst/>
              <a:gdLst/>
              <a:ahLst/>
              <a:cxnLst/>
              <a:rect l="l" t="t" r="r" b="b"/>
              <a:pathLst>
                <a:path w="1706" h="1562" fill="none" extrusionOk="0">
                  <a:moveTo>
                    <a:pt x="1573" y="924"/>
                  </a:moveTo>
                  <a:cubicBezTo>
                    <a:pt x="1298" y="792"/>
                    <a:pt x="1045" y="616"/>
                    <a:pt x="847" y="396"/>
                  </a:cubicBezTo>
                  <a:cubicBezTo>
                    <a:pt x="748" y="297"/>
                    <a:pt x="858" y="143"/>
                    <a:pt x="979" y="198"/>
                  </a:cubicBezTo>
                  <a:cubicBezTo>
                    <a:pt x="1056" y="231"/>
                    <a:pt x="1122" y="275"/>
                    <a:pt x="1177" y="330"/>
                  </a:cubicBezTo>
                  <a:cubicBezTo>
                    <a:pt x="1320" y="473"/>
                    <a:pt x="1397" y="649"/>
                    <a:pt x="1474" y="825"/>
                  </a:cubicBezTo>
                  <a:cubicBezTo>
                    <a:pt x="1342" y="649"/>
                    <a:pt x="1232" y="440"/>
                    <a:pt x="1177" y="220"/>
                  </a:cubicBezTo>
                  <a:cubicBezTo>
                    <a:pt x="1166" y="154"/>
                    <a:pt x="1155" y="88"/>
                    <a:pt x="1199" y="44"/>
                  </a:cubicBezTo>
                  <a:cubicBezTo>
                    <a:pt x="1232" y="0"/>
                    <a:pt x="1298" y="0"/>
                    <a:pt x="1342" y="33"/>
                  </a:cubicBezTo>
                  <a:cubicBezTo>
                    <a:pt x="1397" y="55"/>
                    <a:pt x="1430" y="99"/>
                    <a:pt x="1452" y="143"/>
                  </a:cubicBezTo>
                  <a:cubicBezTo>
                    <a:pt x="1628" y="385"/>
                    <a:pt x="1705" y="704"/>
                    <a:pt x="1672" y="1001"/>
                  </a:cubicBezTo>
                  <a:cubicBezTo>
                    <a:pt x="1672" y="1122"/>
                    <a:pt x="1628" y="1243"/>
                    <a:pt x="1529" y="1298"/>
                  </a:cubicBezTo>
                  <a:cubicBezTo>
                    <a:pt x="1408" y="1364"/>
                    <a:pt x="1265" y="1287"/>
                    <a:pt x="1133" y="1243"/>
                  </a:cubicBezTo>
                  <a:cubicBezTo>
                    <a:pt x="880" y="1155"/>
                    <a:pt x="595" y="1221"/>
                    <a:pt x="397" y="1386"/>
                  </a:cubicBezTo>
                  <a:cubicBezTo>
                    <a:pt x="331" y="1441"/>
                    <a:pt x="276" y="1507"/>
                    <a:pt x="199" y="1529"/>
                  </a:cubicBezTo>
                  <a:cubicBezTo>
                    <a:pt x="122" y="1562"/>
                    <a:pt x="12" y="1518"/>
                    <a:pt x="1" y="1430"/>
                  </a:cubicBezTo>
                </a:path>
              </a:pathLst>
            </a:custGeom>
            <a:noFill/>
            <a:ln w="1650" cap="flat" cmpd="sng">
              <a:solidFill>
                <a:srgbClr val="070303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390300" y="2370075"/>
              <a:ext cx="61175" cy="51125"/>
            </a:xfrm>
            <a:custGeom>
              <a:avLst/>
              <a:gdLst/>
              <a:ahLst/>
              <a:cxnLst/>
              <a:rect l="l" t="t" r="r" b="b"/>
              <a:pathLst>
                <a:path w="2447" h="2045" extrusionOk="0">
                  <a:moveTo>
                    <a:pt x="1753" y="0"/>
                  </a:moveTo>
                  <a:cubicBezTo>
                    <a:pt x="1025" y="0"/>
                    <a:pt x="1" y="304"/>
                    <a:pt x="115" y="2045"/>
                  </a:cubicBezTo>
                  <a:lnTo>
                    <a:pt x="2403" y="1891"/>
                  </a:lnTo>
                  <a:lnTo>
                    <a:pt x="2447" y="87"/>
                  </a:lnTo>
                  <a:cubicBezTo>
                    <a:pt x="2447" y="87"/>
                    <a:pt x="2142" y="0"/>
                    <a:pt x="1753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532550" y="3126650"/>
              <a:ext cx="41000" cy="34375"/>
            </a:xfrm>
            <a:custGeom>
              <a:avLst/>
              <a:gdLst/>
              <a:ahLst/>
              <a:cxnLst/>
              <a:rect l="l" t="t" r="r" b="b"/>
              <a:pathLst>
                <a:path w="1640" h="1375" fill="none" extrusionOk="0">
                  <a:moveTo>
                    <a:pt x="1222" y="814"/>
                  </a:moveTo>
                  <a:cubicBezTo>
                    <a:pt x="1123" y="528"/>
                    <a:pt x="903" y="275"/>
                    <a:pt x="639" y="132"/>
                  </a:cubicBezTo>
                  <a:lnTo>
                    <a:pt x="639" y="132"/>
                  </a:lnTo>
                  <a:cubicBezTo>
                    <a:pt x="430" y="22"/>
                    <a:pt x="199" y="275"/>
                    <a:pt x="353" y="462"/>
                  </a:cubicBezTo>
                  <a:cubicBezTo>
                    <a:pt x="485" y="638"/>
                    <a:pt x="672" y="759"/>
                    <a:pt x="881" y="814"/>
                  </a:cubicBezTo>
                  <a:cubicBezTo>
                    <a:pt x="1002" y="748"/>
                    <a:pt x="1068" y="616"/>
                    <a:pt x="1112" y="495"/>
                  </a:cubicBezTo>
                  <a:cubicBezTo>
                    <a:pt x="1156" y="363"/>
                    <a:pt x="1200" y="231"/>
                    <a:pt x="1299" y="132"/>
                  </a:cubicBezTo>
                  <a:lnTo>
                    <a:pt x="1299" y="132"/>
                  </a:lnTo>
                  <a:cubicBezTo>
                    <a:pt x="1431" y="0"/>
                    <a:pt x="1640" y="198"/>
                    <a:pt x="1530" y="341"/>
                  </a:cubicBezTo>
                  <a:cubicBezTo>
                    <a:pt x="1321" y="649"/>
                    <a:pt x="969" y="869"/>
                    <a:pt x="606" y="913"/>
                  </a:cubicBezTo>
                  <a:cubicBezTo>
                    <a:pt x="485" y="924"/>
                    <a:pt x="364" y="935"/>
                    <a:pt x="265" y="990"/>
                  </a:cubicBezTo>
                  <a:cubicBezTo>
                    <a:pt x="122" y="1067"/>
                    <a:pt x="56" y="1221"/>
                    <a:pt x="1" y="1375"/>
                  </a:cubicBezTo>
                </a:path>
              </a:pathLst>
            </a:custGeom>
            <a:noFill/>
            <a:ln w="1650" cap="flat" cmpd="sng">
              <a:solidFill>
                <a:schemeClr val="dk1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428100" y="2371525"/>
              <a:ext cx="54450" cy="81650"/>
            </a:xfrm>
            <a:custGeom>
              <a:avLst/>
              <a:gdLst/>
              <a:ahLst/>
              <a:cxnLst/>
              <a:rect l="l" t="t" r="r" b="b"/>
              <a:pathLst>
                <a:path w="2178" h="3266" extrusionOk="0">
                  <a:moveTo>
                    <a:pt x="484" y="1"/>
                  </a:moveTo>
                  <a:cubicBezTo>
                    <a:pt x="319" y="1"/>
                    <a:pt x="155" y="31"/>
                    <a:pt x="0" y="95"/>
                  </a:cubicBezTo>
                  <a:lnTo>
                    <a:pt x="330" y="1602"/>
                  </a:lnTo>
                  <a:cubicBezTo>
                    <a:pt x="528" y="1789"/>
                    <a:pt x="506" y="2097"/>
                    <a:pt x="462" y="2372"/>
                  </a:cubicBezTo>
                  <a:cubicBezTo>
                    <a:pt x="429" y="2636"/>
                    <a:pt x="396" y="2954"/>
                    <a:pt x="594" y="3141"/>
                  </a:cubicBezTo>
                  <a:cubicBezTo>
                    <a:pt x="686" y="3226"/>
                    <a:pt x="813" y="3265"/>
                    <a:pt x="943" y="3265"/>
                  </a:cubicBezTo>
                  <a:cubicBezTo>
                    <a:pt x="1015" y="3265"/>
                    <a:pt x="1088" y="3253"/>
                    <a:pt x="1155" y="3229"/>
                  </a:cubicBezTo>
                  <a:cubicBezTo>
                    <a:pt x="1342" y="3152"/>
                    <a:pt x="1496" y="3009"/>
                    <a:pt x="1617" y="2856"/>
                  </a:cubicBezTo>
                  <a:cubicBezTo>
                    <a:pt x="2057" y="2284"/>
                    <a:pt x="2177" y="1448"/>
                    <a:pt x="1837" y="810"/>
                  </a:cubicBezTo>
                  <a:cubicBezTo>
                    <a:pt x="1575" y="322"/>
                    <a:pt x="1024" y="1"/>
                    <a:pt x="484" y="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329125" y="2809650"/>
              <a:ext cx="8250" cy="33300"/>
            </a:xfrm>
            <a:custGeom>
              <a:avLst/>
              <a:gdLst/>
              <a:ahLst/>
              <a:cxnLst/>
              <a:rect l="l" t="t" r="r" b="b"/>
              <a:pathLst>
                <a:path w="330" h="1332" extrusionOk="0">
                  <a:moveTo>
                    <a:pt x="0" y="1"/>
                  </a:moveTo>
                  <a:lnTo>
                    <a:pt x="0" y="1331"/>
                  </a:lnTo>
                  <a:lnTo>
                    <a:pt x="330" y="1331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378325" y="2809650"/>
              <a:ext cx="8550" cy="33300"/>
            </a:xfrm>
            <a:custGeom>
              <a:avLst/>
              <a:gdLst/>
              <a:ahLst/>
              <a:cxnLst/>
              <a:rect l="l" t="t" r="r" b="b"/>
              <a:pathLst>
                <a:path w="342" h="1332" extrusionOk="0">
                  <a:moveTo>
                    <a:pt x="1" y="1"/>
                  </a:moveTo>
                  <a:lnTo>
                    <a:pt x="1" y="1331"/>
                  </a:lnTo>
                  <a:lnTo>
                    <a:pt x="341" y="133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84300" y="3156875"/>
              <a:ext cx="22575" cy="44850"/>
            </a:xfrm>
            <a:custGeom>
              <a:avLst/>
              <a:gdLst/>
              <a:ahLst/>
              <a:cxnLst/>
              <a:rect l="l" t="t" r="r" b="b"/>
              <a:pathLst>
                <a:path w="903" h="1794" extrusionOk="0">
                  <a:moveTo>
                    <a:pt x="385" y="1"/>
                  </a:moveTo>
                  <a:cubicBezTo>
                    <a:pt x="176" y="1"/>
                    <a:pt x="1" y="177"/>
                    <a:pt x="1" y="386"/>
                  </a:cubicBezTo>
                  <a:lnTo>
                    <a:pt x="1" y="1419"/>
                  </a:lnTo>
                  <a:cubicBezTo>
                    <a:pt x="1" y="1628"/>
                    <a:pt x="176" y="1793"/>
                    <a:pt x="385" y="1793"/>
                  </a:cubicBezTo>
                  <a:lnTo>
                    <a:pt x="517" y="1793"/>
                  </a:lnTo>
                  <a:cubicBezTo>
                    <a:pt x="726" y="1793"/>
                    <a:pt x="902" y="1628"/>
                    <a:pt x="902" y="1419"/>
                  </a:cubicBezTo>
                  <a:lnTo>
                    <a:pt x="902" y="386"/>
                  </a:lnTo>
                  <a:cubicBezTo>
                    <a:pt x="902" y="177"/>
                    <a:pt x="726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409125" y="3156875"/>
              <a:ext cx="22275" cy="44850"/>
            </a:xfrm>
            <a:custGeom>
              <a:avLst/>
              <a:gdLst/>
              <a:ahLst/>
              <a:cxnLst/>
              <a:rect l="l" t="t" r="r" b="b"/>
              <a:pathLst>
                <a:path w="891" h="1794" extrusionOk="0">
                  <a:moveTo>
                    <a:pt x="385" y="1"/>
                  </a:moveTo>
                  <a:cubicBezTo>
                    <a:pt x="165" y="1"/>
                    <a:pt x="0" y="177"/>
                    <a:pt x="0" y="386"/>
                  </a:cubicBezTo>
                  <a:lnTo>
                    <a:pt x="0" y="1419"/>
                  </a:lnTo>
                  <a:cubicBezTo>
                    <a:pt x="0" y="1628"/>
                    <a:pt x="165" y="1793"/>
                    <a:pt x="385" y="1793"/>
                  </a:cubicBezTo>
                  <a:lnTo>
                    <a:pt x="517" y="1793"/>
                  </a:lnTo>
                  <a:cubicBezTo>
                    <a:pt x="726" y="1793"/>
                    <a:pt x="891" y="1628"/>
                    <a:pt x="891" y="1419"/>
                  </a:cubicBezTo>
                  <a:lnTo>
                    <a:pt x="891" y="386"/>
                  </a:lnTo>
                  <a:cubicBezTo>
                    <a:pt x="891" y="177"/>
                    <a:pt x="726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238125" y="2833850"/>
              <a:ext cx="239475" cy="340925"/>
            </a:xfrm>
            <a:custGeom>
              <a:avLst/>
              <a:gdLst/>
              <a:ahLst/>
              <a:cxnLst/>
              <a:rect l="l" t="t" r="r" b="b"/>
              <a:pathLst>
                <a:path w="9579" h="13637" extrusionOk="0">
                  <a:moveTo>
                    <a:pt x="0" y="0"/>
                  </a:moveTo>
                  <a:lnTo>
                    <a:pt x="0" y="13637"/>
                  </a:lnTo>
                  <a:lnTo>
                    <a:pt x="9579" y="13637"/>
                  </a:lnTo>
                  <a:lnTo>
                    <a:pt x="95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294750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99" y="1"/>
                  </a:moveTo>
                  <a:cubicBezTo>
                    <a:pt x="44" y="1"/>
                    <a:pt x="0" y="45"/>
                    <a:pt x="0" y="111"/>
                  </a:cubicBezTo>
                  <a:lnTo>
                    <a:pt x="0" y="9403"/>
                  </a:lnTo>
                  <a:cubicBezTo>
                    <a:pt x="0" y="9458"/>
                    <a:pt x="44" y="9513"/>
                    <a:pt x="99" y="9513"/>
                  </a:cubicBezTo>
                  <a:lnTo>
                    <a:pt x="143" y="9513"/>
                  </a:lnTo>
                  <a:cubicBezTo>
                    <a:pt x="198" y="9513"/>
                    <a:pt x="253" y="9458"/>
                    <a:pt x="253" y="9403"/>
                  </a:cubicBezTo>
                  <a:lnTo>
                    <a:pt x="253" y="111"/>
                  </a:lnTo>
                  <a:cubicBezTo>
                    <a:pt x="253" y="45"/>
                    <a:pt x="198" y="1"/>
                    <a:pt x="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354675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111" y="1"/>
                  </a:moveTo>
                  <a:cubicBezTo>
                    <a:pt x="56" y="1"/>
                    <a:pt x="1" y="45"/>
                    <a:pt x="1" y="111"/>
                  </a:cubicBezTo>
                  <a:lnTo>
                    <a:pt x="1" y="9403"/>
                  </a:lnTo>
                  <a:cubicBezTo>
                    <a:pt x="1" y="9458"/>
                    <a:pt x="56" y="9513"/>
                    <a:pt x="111" y="9513"/>
                  </a:cubicBezTo>
                  <a:lnTo>
                    <a:pt x="144" y="9513"/>
                  </a:lnTo>
                  <a:cubicBezTo>
                    <a:pt x="210" y="9513"/>
                    <a:pt x="254" y="9458"/>
                    <a:pt x="254" y="9403"/>
                  </a:cubicBezTo>
                  <a:lnTo>
                    <a:pt x="254" y="111"/>
                  </a:lnTo>
                  <a:cubicBezTo>
                    <a:pt x="254" y="45"/>
                    <a:pt x="210" y="1"/>
                    <a:pt x="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414900" y="2890475"/>
              <a:ext cx="6350" cy="237850"/>
            </a:xfrm>
            <a:custGeom>
              <a:avLst/>
              <a:gdLst/>
              <a:ahLst/>
              <a:cxnLst/>
              <a:rect l="l" t="t" r="r" b="b"/>
              <a:pathLst>
                <a:path w="254" h="9514" extrusionOk="0">
                  <a:moveTo>
                    <a:pt x="110" y="1"/>
                  </a:moveTo>
                  <a:cubicBezTo>
                    <a:pt x="44" y="1"/>
                    <a:pt x="0" y="45"/>
                    <a:pt x="0" y="111"/>
                  </a:cubicBezTo>
                  <a:lnTo>
                    <a:pt x="0" y="9403"/>
                  </a:lnTo>
                  <a:cubicBezTo>
                    <a:pt x="0" y="9458"/>
                    <a:pt x="44" y="9513"/>
                    <a:pt x="110" y="9513"/>
                  </a:cubicBezTo>
                  <a:lnTo>
                    <a:pt x="143" y="9513"/>
                  </a:lnTo>
                  <a:cubicBezTo>
                    <a:pt x="209" y="9513"/>
                    <a:pt x="253" y="9458"/>
                    <a:pt x="253" y="9403"/>
                  </a:cubicBezTo>
                  <a:lnTo>
                    <a:pt x="253" y="111"/>
                  </a:lnTo>
                  <a:cubicBezTo>
                    <a:pt x="253" y="45"/>
                    <a:pt x="209" y="1"/>
                    <a:pt x="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315925" y="2802500"/>
              <a:ext cx="83875" cy="7725"/>
            </a:xfrm>
            <a:custGeom>
              <a:avLst/>
              <a:gdLst/>
              <a:ahLst/>
              <a:cxnLst/>
              <a:rect l="l" t="t" r="r" b="b"/>
              <a:pathLst>
                <a:path w="3355" h="309" extrusionOk="0">
                  <a:moveTo>
                    <a:pt x="0" y="1"/>
                  </a:moveTo>
                  <a:lnTo>
                    <a:pt x="0" y="309"/>
                  </a:lnTo>
                  <a:lnTo>
                    <a:pt x="3354" y="309"/>
                  </a:lnTo>
                  <a:lnTo>
                    <a:pt x="3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354950" y="2648825"/>
              <a:ext cx="82225" cy="131700"/>
            </a:xfrm>
            <a:custGeom>
              <a:avLst/>
              <a:gdLst/>
              <a:ahLst/>
              <a:cxnLst/>
              <a:rect l="l" t="t" r="r" b="b"/>
              <a:pathLst>
                <a:path w="3289" h="5268" extrusionOk="0">
                  <a:moveTo>
                    <a:pt x="1518" y="0"/>
                  </a:moveTo>
                  <a:lnTo>
                    <a:pt x="1" y="5191"/>
                  </a:lnTo>
                  <a:lnTo>
                    <a:pt x="650" y="5268"/>
                  </a:lnTo>
                  <a:lnTo>
                    <a:pt x="3289" y="176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340925" y="2769025"/>
              <a:ext cx="31375" cy="43875"/>
            </a:xfrm>
            <a:custGeom>
              <a:avLst/>
              <a:gdLst/>
              <a:ahLst/>
              <a:cxnLst/>
              <a:rect l="l" t="t" r="r" b="b"/>
              <a:pathLst>
                <a:path w="1255" h="1755" extrusionOk="0">
                  <a:moveTo>
                    <a:pt x="917" y="1"/>
                  </a:moveTo>
                  <a:cubicBezTo>
                    <a:pt x="693" y="1"/>
                    <a:pt x="401" y="279"/>
                    <a:pt x="210" y="691"/>
                  </a:cubicBezTo>
                  <a:cubicBezTo>
                    <a:pt x="1" y="1164"/>
                    <a:pt x="12" y="1637"/>
                    <a:pt x="243" y="1735"/>
                  </a:cubicBezTo>
                  <a:cubicBezTo>
                    <a:pt x="273" y="1748"/>
                    <a:pt x="305" y="1755"/>
                    <a:pt x="338" y="1755"/>
                  </a:cubicBezTo>
                  <a:cubicBezTo>
                    <a:pt x="563" y="1755"/>
                    <a:pt x="853" y="1476"/>
                    <a:pt x="1035" y="1065"/>
                  </a:cubicBezTo>
                  <a:cubicBezTo>
                    <a:pt x="1255" y="592"/>
                    <a:pt x="1244" y="119"/>
                    <a:pt x="1013" y="20"/>
                  </a:cubicBezTo>
                  <a:cubicBezTo>
                    <a:pt x="983" y="7"/>
                    <a:pt x="951" y="1"/>
                    <a:pt x="917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354125" y="2608400"/>
              <a:ext cx="90750" cy="170200"/>
            </a:xfrm>
            <a:custGeom>
              <a:avLst/>
              <a:gdLst/>
              <a:ahLst/>
              <a:cxnLst/>
              <a:rect l="l" t="t" r="r" b="b"/>
              <a:pathLst>
                <a:path w="3630" h="6808" extrusionOk="0">
                  <a:moveTo>
                    <a:pt x="1475" y="1"/>
                  </a:moveTo>
                  <a:cubicBezTo>
                    <a:pt x="1475" y="1"/>
                    <a:pt x="1475" y="1"/>
                    <a:pt x="1474" y="1"/>
                  </a:cubicBezTo>
                  <a:cubicBezTo>
                    <a:pt x="1452" y="1"/>
                    <a:pt x="1" y="6511"/>
                    <a:pt x="1" y="6511"/>
                  </a:cubicBezTo>
                  <a:lnTo>
                    <a:pt x="793" y="6808"/>
                  </a:lnTo>
                  <a:lnTo>
                    <a:pt x="3630" y="1727"/>
                  </a:lnTo>
                  <a:cubicBezTo>
                    <a:pt x="3630" y="1727"/>
                    <a:pt x="1521" y="1"/>
                    <a:pt x="1475" y="1"/>
                  </a:cubicBezTo>
                  <a:close/>
                </a:path>
              </a:pathLst>
            </a:custGeom>
            <a:solidFill>
              <a:srgbClr val="356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428375" y="2414300"/>
              <a:ext cx="17600" cy="17900"/>
            </a:xfrm>
            <a:custGeom>
              <a:avLst/>
              <a:gdLst/>
              <a:ahLst/>
              <a:cxnLst/>
              <a:rect l="l" t="t" r="r" b="b"/>
              <a:pathLst>
                <a:path w="704" h="716" extrusionOk="0">
                  <a:moveTo>
                    <a:pt x="352" y="1"/>
                  </a:moveTo>
                  <a:cubicBezTo>
                    <a:pt x="154" y="1"/>
                    <a:pt x="0" y="166"/>
                    <a:pt x="0" y="364"/>
                  </a:cubicBezTo>
                  <a:cubicBezTo>
                    <a:pt x="0" y="551"/>
                    <a:pt x="154" y="716"/>
                    <a:pt x="352" y="716"/>
                  </a:cubicBezTo>
                  <a:cubicBezTo>
                    <a:pt x="550" y="716"/>
                    <a:pt x="704" y="551"/>
                    <a:pt x="704" y="364"/>
                  </a:cubicBezTo>
                  <a:cubicBezTo>
                    <a:pt x="704" y="166"/>
                    <a:pt x="550" y="1"/>
                    <a:pt x="35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392900" y="2547100"/>
              <a:ext cx="46200" cy="198250"/>
            </a:xfrm>
            <a:custGeom>
              <a:avLst/>
              <a:gdLst/>
              <a:ahLst/>
              <a:cxnLst/>
              <a:rect l="l" t="t" r="r" b="b"/>
              <a:pathLst>
                <a:path w="1848" h="7930" fill="none" extrusionOk="0">
                  <a:moveTo>
                    <a:pt x="0" y="7929"/>
                  </a:moveTo>
                  <a:cubicBezTo>
                    <a:pt x="66" y="7753"/>
                    <a:pt x="1848" y="2794"/>
                    <a:pt x="1848" y="2794"/>
                  </a:cubicBezTo>
                  <a:lnTo>
                    <a:pt x="1848" y="0"/>
                  </a:lnTo>
                </a:path>
              </a:pathLst>
            </a:custGeom>
            <a:noFill/>
            <a:ln w="3575" cap="flat" cmpd="sng">
              <a:solidFill>
                <a:srgbClr val="0D0F1F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547;p37">
            <a:extLst>
              <a:ext uri="{FF2B5EF4-FFF2-40B4-BE49-F238E27FC236}">
                <a16:creationId xmlns:a16="http://schemas.microsoft.com/office/drawing/2014/main" id="{45208FF5-3627-7829-5413-B35E5F4A99AE}"/>
              </a:ext>
            </a:extLst>
          </p:cNvPr>
          <p:cNvGrpSpPr/>
          <p:nvPr/>
        </p:nvGrpSpPr>
        <p:grpSpPr>
          <a:xfrm>
            <a:off x="6665409" y="2001575"/>
            <a:ext cx="2959111" cy="2668332"/>
            <a:chOff x="1392275" y="2457125"/>
            <a:chExt cx="916900" cy="826800"/>
          </a:xfrm>
        </p:grpSpPr>
        <p:sp>
          <p:nvSpPr>
            <p:cNvPr id="3" name="Google Shape;1548;p37">
              <a:extLst>
                <a:ext uri="{FF2B5EF4-FFF2-40B4-BE49-F238E27FC236}">
                  <a16:creationId xmlns:a16="http://schemas.microsoft.com/office/drawing/2014/main" id="{A3FD6DDA-D60E-771E-E9F3-C41CB5FEC6DA}"/>
                </a:ext>
              </a:extLst>
            </p:cNvPr>
            <p:cNvSpPr/>
            <p:nvPr/>
          </p:nvSpPr>
          <p:spPr>
            <a:xfrm>
              <a:off x="2232725" y="3255575"/>
              <a:ext cx="27250" cy="27250"/>
            </a:xfrm>
            <a:custGeom>
              <a:avLst/>
              <a:gdLst/>
              <a:ahLst/>
              <a:cxnLst/>
              <a:rect l="l" t="t" r="r" b="b"/>
              <a:pathLst>
                <a:path w="1090" h="1090" extrusionOk="0">
                  <a:moveTo>
                    <a:pt x="550" y="1"/>
                  </a:moveTo>
                  <a:cubicBezTo>
                    <a:pt x="242" y="1"/>
                    <a:pt x="0" y="243"/>
                    <a:pt x="0" y="540"/>
                  </a:cubicBezTo>
                  <a:cubicBezTo>
                    <a:pt x="0" y="847"/>
                    <a:pt x="242" y="1089"/>
                    <a:pt x="550" y="1089"/>
                  </a:cubicBezTo>
                  <a:cubicBezTo>
                    <a:pt x="847" y="1089"/>
                    <a:pt x="1089" y="847"/>
                    <a:pt x="1089" y="540"/>
                  </a:cubicBezTo>
                  <a:cubicBezTo>
                    <a:pt x="1089" y="243"/>
                    <a:pt x="847" y="1"/>
                    <a:pt x="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49;p37">
              <a:extLst>
                <a:ext uri="{FF2B5EF4-FFF2-40B4-BE49-F238E27FC236}">
                  <a16:creationId xmlns:a16="http://schemas.microsoft.com/office/drawing/2014/main" id="{C73C0049-A8E9-F7C6-FDF4-12C84517D7EB}"/>
                </a:ext>
              </a:extLst>
            </p:cNvPr>
            <p:cNvSpPr/>
            <p:nvPr/>
          </p:nvSpPr>
          <p:spPr>
            <a:xfrm>
              <a:off x="2281650" y="3218750"/>
              <a:ext cx="27525" cy="27500"/>
            </a:xfrm>
            <a:custGeom>
              <a:avLst/>
              <a:gdLst/>
              <a:ahLst/>
              <a:cxnLst/>
              <a:rect l="l" t="t" r="r" b="b"/>
              <a:pathLst>
                <a:path w="1101" h="1100" extrusionOk="0">
                  <a:moveTo>
                    <a:pt x="551" y="0"/>
                  </a:moveTo>
                  <a:cubicBezTo>
                    <a:pt x="254" y="0"/>
                    <a:pt x="1" y="253"/>
                    <a:pt x="1" y="550"/>
                  </a:cubicBezTo>
                  <a:cubicBezTo>
                    <a:pt x="1" y="858"/>
                    <a:pt x="254" y="1100"/>
                    <a:pt x="551" y="1100"/>
                  </a:cubicBezTo>
                  <a:cubicBezTo>
                    <a:pt x="859" y="1100"/>
                    <a:pt x="1101" y="858"/>
                    <a:pt x="1101" y="550"/>
                  </a:cubicBezTo>
                  <a:cubicBezTo>
                    <a:pt x="1101" y="253"/>
                    <a:pt x="859" y="0"/>
                    <a:pt x="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50;p37">
              <a:extLst>
                <a:ext uri="{FF2B5EF4-FFF2-40B4-BE49-F238E27FC236}">
                  <a16:creationId xmlns:a16="http://schemas.microsoft.com/office/drawing/2014/main" id="{251B65A1-FCD4-BDB7-A888-B8661783B37F}"/>
                </a:ext>
              </a:extLst>
            </p:cNvPr>
            <p:cNvSpPr/>
            <p:nvPr/>
          </p:nvSpPr>
          <p:spPr>
            <a:xfrm>
              <a:off x="1963575" y="2833575"/>
              <a:ext cx="150675" cy="203200"/>
            </a:xfrm>
            <a:custGeom>
              <a:avLst/>
              <a:gdLst/>
              <a:ahLst/>
              <a:cxnLst/>
              <a:rect l="l" t="t" r="r" b="b"/>
              <a:pathLst>
                <a:path w="6027" h="8128" extrusionOk="0">
                  <a:moveTo>
                    <a:pt x="220" y="0"/>
                  </a:moveTo>
                  <a:lnTo>
                    <a:pt x="0" y="154"/>
                  </a:lnTo>
                  <a:lnTo>
                    <a:pt x="5807" y="8127"/>
                  </a:lnTo>
                  <a:lnTo>
                    <a:pt x="6027" y="7962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51;p37">
              <a:extLst>
                <a:ext uri="{FF2B5EF4-FFF2-40B4-BE49-F238E27FC236}">
                  <a16:creationId xmlns:a16="http://schemas.microsoft.com/office/drawing/2014/main" id="{4A20F300-D2C7-A52A-E1A8-93D95A79A29F}"/>
                </a:ext>
              </a:extLst>
            </p:cNvPr>
            <p:cNvSpPr/>
            <p:nvPr/>
          </p:nvSpPr>
          <p:spPr>
            <a:xfrm>
              <a:off x="2058150" y="3012750"/>
              <a:ext cx="249375" cy="261550"/>
            </a:xfrm>
            <a:custGeom>
              <a:avLst/>
              <a:gdLst/>
              <a:ahLst/>
              <a:cxnLst/>
              <a:rect l="l" t="t" r="r" b="b"/>
              <a:pathLst>
                <a:path w="9975" h="10462" extrusionOk="0">
                  <a:moveTo>
                    <a:pt x="2936" y="0"/>
                  </a:moveTo>
                  <a:cubicBezTo>
                    <a:pt x="2649" y="0"/>
                    <a:pt x="2360" y="95"/>
                    <a:pt x="2123" y="289"/>
                  </a:cubicBezTo>
                  <a:lnTo>
                    <a:pt x="0" y="2016"/>
                  </a:lnTo>
                  <a:lnTo>
                    <a:pt x="6840" y="10461"/>
                  </a:lnTo>
                  <a:lnTo>
                    <a:pt x="9975" y="7921"/>
                  </a:lnTo>
                  <a:lnTo>
                    <a:pt x="3948" y="476"/>
                  </a:lnTo>
                  <a:cubicBezTo>
                    <a:pt x="3692" y="164"/>
                    <a:pt x="3315" y="0"/>
                    <a:pt x="2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52;p37">
              <a:extLst>
                <a:ext uri="{FF2B5EF4-FFF2-40B4-BE49-F238E27FC236}">
                  <a16:creationId xmlns:a16="http://schemas.microsoft.com/office/drawing/2014/main" id="{851BF8D4-9176-0ADE-250B-086CB23F7954}"/>
                </a:ext>
              </a:extLst>
            </p:cNvPr>
            <p:cNvSpPr/>
            <p:nvPr/>
          </p:nvSpPr>
          <p:spPr>
            <a:xfrm>
              <a:off x="1930575" y="2804425"/>
              <a:ext cx="62525" cy="54925"/>
            </a:xfrm>
            <a:custGeom>
              <a:avLst/>
              <a:gdLst/>
              <a:ahLst/>
              <a:cxnLst/>
              <a:rect l="l" t="t" r="r" b="b"/>
              <a:pathLst>
                <a:path w="2501" h="2197" extrusionOk="0">
                  <a:moveTo>
                    <a:pt x="462" y="1"/>
                  </a:moveTo>
                  <a:lnTo>
                    <a:pt x="0" y="649"/>
                  </a:lnTo>
                  <a:cubicBezTo>
                    <a:pt x="0" y="649"/>
                    <a:pt x="319" y="715"/>
                    <a:pt x="506" y="1023"/>
                  </a:cubicBezTo>
                  <a:cubicBezTo>
                    <a:pt x="682" y="1331"/>
                    <a:pt x="1067" y="1716"/>
                    <a:pt x="1232" y="1870"/>
                  </a:cubicBezTo>
                  <a:cubicBezTo>
                    <a:pt x="1320" y="1947"/>
                    <a:pt x="1480" y="1997"/>
                    <a:pt x="1627" y="1997"/>
                  </a:cubicBezTo>
                  <a:cubicBezTo>
                    <a:pt x="1774" y="1997"/>
                    <a:pt x="1908" y="1947"/>
                    <a:pt x="1947" y="1826"/>
                  </a:cubicBezTo>
                  <a:cubicBezTo>
                    <a:pt x="1991" y="1650"/>
                    <a:pt x="1661" y="1837"/>
                    <a:pt x="1364" y="1507"/>
                  </a:cubicBezTo>
                  <a:cubicBezTo>
                    <a:pt x="1096" y="1199"/>
                    <a:pt x="1267" y="891"/>
                    <a:pt x="1570" y="891"/>
                  </a:cubicBezTo>
                  <a:cubicBezTo>
                    <a:pt x="1603" y="891"/>
                    <a:pt x="1637" y="895"/>
                    <a:pt x="1672" y="902"/>
                  </a:cubicBezTo>
                  <a:cubicBezTo>
                    <a:pt x="1980" y="957"/>
                    <a:pt x="2178" y="2079"/>
                    <a:pt x="2343" y="2178"/>
                  </a:cubicBezTo>
                  <a:cubicBezTo>
                    <a:pt x="2360" y="2190"/>
                    <a:pt x="2376" y="2197"/>
                    <a:pt x="2390" y="2197"/>
                  </a:cubicBezTo>
                  <a:cubicBezTo>
                    <a:pt x="2500" y="2197"/>
                    <a:pt x="2498" y="1808"/>
                    <a:pt x="2244" y="968"/>
                  </a:cubicBezTo>
                  <a:cubicBezTo>
                    <a:pt x="2050" y="342"/>
                    <a:pt x="1591" y="229"/>
                    <a:pt x="1261" y="229"/>
                  </a:cubicBezTo>
                  <a:cubicBezTo>
                    <a:pt x="1087" y="229"/>
                    <a:pt x="948" y="261"/>
                    <a:pt x="902" y="265"/>
                  </a:cubicBezTo>
                  <a:lnTo>
                    <a:pt x="891" y="265"/>
                  </a:lnTo>
                  <a:cubicBezTo>
                    <a:pt x="737" y="265"/>
                    <a:pt x="462" y="1"/>
                    <a:pt x="46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53;p37">
              <a:extLst>
                <a:ext uri="{FF2B5EF4-FFF2-40B4-BE49-F238E27FC236}">
                  <a16:creationId xmlns:a16="http://schemas.microsoft.com/office/drawing/2014/main" id="{92D3EEB0-0F2B-DC8E-6C6D-58E9AB9A9C88}"/>
                </a:ext>
              </a:extLst>
            </p:cNvPr>
            <p:cNvSpPr/>
            <p:nvPr/>
          </p:nvSpPr>
          <p:spPr>
            <a:xfrm>
              <a:off x="1959450" y="2826425"/>
              <a:ext cx="20350" cy="20375"/>
            </a:xfrm>
            <a:custGeom>
              <a:avLst/>
              <a:gdLst/>
              <a:ahLst/>
              <a:cxnLst/>
              <a:rect l="l" t="t" r="r" b="b"/>
              <a:pathLst>
                <a:path w="814" h="815" extrusionOk="0">
                  <a:moveTo>
                    <a:pt x="407" y="0"/>
                  </a:moveTo>
                  <a:cubicBezTo>
                    <a:pt x="187" y="0"/>
                    <a:pt x="0" y="187"/>
                    <a:pt x="0" y="407"/>
                  </a:cubicBezTo>
                  <a:cubicBezTo>
                    <a:pt x="0" y="627"/>
                    <a:pt x="187" y="814"/>
                    <a:pt x="407" y="814"/>
                  </a:cubicBezTo>
                  <a:cubicBezTo>
                    <a:pt x="638" y="814"/>
                    <a:pt x="814" y="627"/>
                    <a:pt x="814" y="407"/>
                  </a:cubicBezTo>
                  <a:cubicBezTo>
                    <a:pt x="814" y="187"/>
                    <a:pt x="638" y="0"/>
                    <a:pt x="4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54;p37">
              <a:extLst>
                <a:ext uri="{FF2B5EF4-FFF2-40B4-BE49-F238E27FC236}">
                  <a16:creationId xmlns:a16="http://schemas.microsoft.com/office/drawing/2014/main" id="{D215AF2A-EA22-973A-18A6-49F66483B538}"/>
                </a:ext>
              </a:extLst>
            </p:cNvPr>
            <p:cNvSpPr/>
            <p:nvPr/>
          </p:nvSpPr>
          <p:spPr>
            <a:xfrm>
              <a:off x="1392275" y="2554675"/>
              <a:ext cx="54725" cy="34225"/>
            </a:xfrm>
            <a:custGeom>
              <a:avLst/>
              <a:gdLst/>
              <a:ahLst/>
              <a:cxnLst/>
              <a:rect l="l" t="t" r="r" b="b"/>
              <a:pathLst>
                <a:path w="2189" h="1369" extrusionOk="0">
                  <a:moveTo>
                    <a:pt x="430" y="1"/>
                  </a:moveTo>
                  <a:cubicBezTo>
                    <a:pt x="282" y="1"/>
                    <a:pt x="172" y="41"/>
                    <a:pt x="121" y="126"/>
                  </a:cubicBezTo>
                  <a:cubicBezTo>
                    <a:pt x="0" y="346"/>
                    <a:pt x="330" y="764"/>
                    <a:pt x="869" y="1072"/>
                  </a:cubicBezTo>
                  <a:cubicBezTo>
                    <a:pt x="1200" y="1268"/>
                    <a:pt x="1526" y="1368"/>
                    <a:pt x="1760" y="1368"/>
                  </a:cubicBezTo>
                  <a:cubicBezTo>
                    <a:pt x="1907" y="1368"/>
                    <a:pt x="2017" y="1329"/>
                    <a:pt x="2068" y="1248"/>
                  </a:cubicBezTo>
                  <a:cubicBezTo>
                    <a:pt x="2188" y="1028"/>
                    <a:pt x="1859" y="599"/>
                    <a:pt x="1320" y="291"/>
                  </a:cubicBezTo>
                  <a:cubicBezTo>
                    <a:pt x="989" y="102"/>
                    <a:pt x="663" y="1"/>
                    <a:pt x="430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55;p37">
              <a:extLst>
                <a:ext uri="{FF2B5EF4-FFF2-40B4-BE49-F238E27FC236}">
                  <a16:creationId xmlns:a16="http://schemas.microsoft.com/office/drawing/2014/main" id="{324442F4-7CC8-CCF4-C706-17BBAEF8E3F4}"/>
                </a:ext>
              </a:extLst>
            </p:cNvPr>
            <p:cNvSpPr/>
            <p:nvPr/>
          </p:nvSpPr>
          <p:spPr>
            <a:xfrm>
              <a:off x="1710625" y="2803875"/>
              <a:ext cx="153450" cy="199350"/>
            </a:xfrm>
            <a:custGeom>
              <a:avLst/>
              <a:gdLst/>
              <a:ahLst/>
              <a:cxnLst/>
              <a:rect l="l" t="t" r="r" b="b"/>
              <a:pathLst>
                <a:path w="6138" h="7974" extrusionOk="0">
                  <a:moveTo>
                    <a:pt x="4741" y="1"/>
                  </a:moveTo>
                  <a:lnTo>
                    <a:pt x="1" y="309"/>
                  </a:lnTo>
                  <a:lnTo>
                    <a:pt x="947" y="561"/>
                  </a:lnTo>
                  <a:lnTo>
                    <a:pt x="4378" y="7973"/>
                  </a:lnTo>
                  <a:lnTo>
                    <a:pt x="6137" y="7061"/>
                  </a:lnTo>
                  <a:lnTo>
                    <a:pt x="4741" y="1"/>
                  </a:ln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56;p37">
              <a:extLst>
                <a:ext uri="{FF2B5EF4-FFF2-40B4-BE49-F238E27FC236}">
                  <a16:creationId xmlns:a16="http://schemas.microsoft.com/office/drawing/2014/main" id="{77AFAF6E-E6C7-CD31-C705-0E7138C91084}"/>
                </a:ext>
              </a:extLst>
            </p:cNvPr>
            <p:cNvSpPr/>
            <p:nvPr/>
          </p:nvSpPr>
          <p:spPr>
            <a:xfrm>
              <a:off x="1820050" y="2980375"/>
              <a:ext cx="120450" cy="235925"/>
            </a:xfrm>
            <a:custGeom>
              <a:avLst/>
              <a:gdLst/>
              <a:ahLst/>
              <a:cxnLst/>
              <a:rect l="l" t="t" r="r" b="b"/>
              <a:pathLst>
                <a:path w="4818" h="9437" extrusionOk="0">
                  <a:moveTo>
                    <a:pt x="1760" y="1"/>
                  </a:moveTo>
                  <a:lnTo>
                    <a:pt x="1" y="913"/>
                  </a:lnTo>
                  <a:lnTo>
                    <a:pt x="3575" y="9436"/>
                  </a:lnTo>
                  <a:lnTo>
                    <a:pt x="4817" y="9392"/>
                  </a:lnTo>
                  <a:cubicBezTo>
                    <a:pt x="4817" y="9392"/>
                    <a:pt x="4026" y="3927"/>
                    <a:pt x="3289" y="2684"/>
                  </a:cubicBezTo>
                  <a:cubicBezTo>
                    <a:pt x="2552" y="1452"/>
                    <a:pt x="1760" y="1"/>
                    <a:pt x="1760" y="1"/>
                  </a:cubicBez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57;p37">
              <a:extLst>
                <a:ext uri="{FF2B5EF4-FFF2-40B4-BE49-F238E27FC236}">
                  <a16:creationId xmlns:a16="http://schemas.microsoft.com/office/drawing/2014/main" id="{AF4DBA86-43D6-60E3-0DA6-6110FD780A56}"/>
                </a:ext>
              </a:extLst>
            </p:cNvPr>
            <p:cNvSpPr/>
            <p:nvPr/>
          </p:nvSpPr>
          <p:spPr>
            <a:xfrm>
              <a:off x="1626775" y="2775825"/>
              <a:ext cx="216400" cy="234825"/>
            </a:xfrm>
            <a:custGeom>
              <a:avLst/>
              <a:gdLst/>
              <a:ahLst/>
              <a:cxnLst/>
              <a:rect l="l" t="t" r="r" b="b"/>
              <a:pathLst>
                <a:path w="8656" h="9393" extrusionOk="0">
                  <a:moveTo>
                    <a:pt x="4575" y="1"/>
                  </a:moveTo>
                  <a:lnTo>
                    <a:pt x="3949" y="1365"/>
                  </a:lnTo>
                  <a:lnTo>
                    <a:pt x="1" y="8524"/>
                  </a:lnTo>
                  <a:lnTo>
                    <a:pt x="1782" y="9392"/>
                  </a:lnTo>
                  <a:lnTo>
                    <a:pt x="7611" y="4235"/>
                  </a:lnTo>
                  <a:cubicBezTo>
                    <a:pt x="8347" y="3575"/>
                    <a:pt x="8655" y="2552"/>
                    <a:pt x="8391" y="1595"/>
                  </a:cubicBezTo>
                  <a:lnTo>
                    <a:pt x="8139" y="727"/>
                  </a:lnTo>
                  <a:lnTo>
                    <a:pt x="4575" y="1"/>
                  </a:ln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58;p37">
              <a:extLst>
                <a:ext uri="{FF2B5EF4-FFF2-40B4-BE49-F238E27FC236}">
                  <a16:creationId xmlns:a16="http://schemas.microsoft.com/office/drawing/2014/main" id="{C8313109-86E0-6BA2-5713-9FA1763340D9}"/>
                </a:ext>
              </a:extLst>
            </p:cNvPr>
            <p:cNvSpPr/>
            <p:nvPr/>
          </p:nvSpPr>
          <p:spPr>
            <a:xfrm>
              <a:off x="1508275" y="2988900"/>
              <a:ext cx="163075" cy="222450"/>
            </a:xfrm>
            <a:custGeom>
              <a:avLst/>
              <a:gdLst/>
              <a:ahLst/>
              <a:cxnLst/>
              <a:rect l="l" t="t" r="r" b="b"/>
              <a:pathLst>
                <a:path w="6523" h="8898" extrusionOk="0">
                  <a:moveTo>
                    <a:pt x="4752" y="1"/>
                  </a:moveTo>
                  <a:lnTo>
                    <a:pt x="1" y="7918"/>
                  </a:lnTo>
                  <a:lnTo>
                    <a:pt x="771" y="8897"/>
                  </a:lnTo>
                  <a:cubicBezTo>
                    <a:pt x="771" y="8897"/>
                    <a:pt x="4708" y="5026"/>
                    <a:pt x="5268" y="3696"/>
                  </a:cubicBezTo>
                  <a:cubicBezTo>
                    <a:pt x="5829" y="2376"/>
                    <a:pt x="6522" y="869"/>
                    <a:pt x="6522" y="869"/>
                  </a:cubicBezTo>
                  <a:lnTo>
                    <a:pt x="4752" y="1"/>
                  </a:ln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59;p37">
              <a:extLst>
                <a:ext uri="{FF2B5EF4-FFF2-40B4-BE49-F238E27FC236}">
                  <a16:creationId xmlns:a16="http://schemas.microsoft.com/office/drawing/2014/main" id="{0B3F4FAB-4D1C-CEFD-4B0A-3D10BDF39094}"/>
                </a:ext>
              </a:extLst>
            </p:cNvPr>
            <p:cNvSpPr/>
            <p:nvPr/>
          </p:nvSpPr>
          <p:spPr>
            <a:xfrm>
              <a:off x="1741150" y="2710950"/>
              <a:ext cx="105050" cy="119075"/>
            </a:xfrm>
            <a:custGeom>
              <a:avLst/>
              <a:gdLst/>
              <a:ahLst/>
              <a:cxnLst/>
              <a:rect l="l" t="t" r="r" b="b"/>
              <a:pathLst>
                <a:path w="4202" h="4763" extrusionOk="0">
                  <a:moveTo>
                    <a:pt x="2134" y="1"/>
                  </a:moveTo>
                  <a:lnTo>
                    <a:pt x="0" y="2596"/>
                  </a:lnTo>
                  <a:lnTo>
                    <a:pt x="3673" y="4762"/>
                  </a:lnTo>
                  <a:lnTo>
                    <a:pt x="3805" y="4652"/>
                  </a:lnTo>
                  <a:cubicBezTo>
                    <a:pt x="4201" y="4113"/>
                    <a:pt x="3047" y="2618"/>
                    <a:pt x="2552" y="2167"/>
                  </a:cubicBezTo>
                  <a:lnTo>
                    <a:pt x="2134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60;p37">
              <a:extLst>
                <a:ext uri="{FF2B5EF4-FFF2-40B4-BE49-F238E27FC236}">
                  <a16:creationId xmlns:a16="http://schemas.microsoft.com/office/drawing/2014/main" id="{12EEEB19-3C84-7A39-3EC4-8B1C66654F13}"/>
                </a:ext>
              </a:extLst>
            </p:cNvPr>
            <p:cNvSpPr/>
            <p:nvPr/>
          </p:nvSpPr>
          <p:spPr>
            <a:xfrm>
              <a:off x="1641075" y="2467300"/>
              <a:ext cx="71225" cy="84525"/>
            </a:xfrm>
            <a:custGeom>
              <a:avLst/>
              <a:gdLst/>
              <a:ahLst/>
              <a:cxnLst/>
              <a:rect l="l" t="t" r="r" b="b"/>
              <a:pathLst>
                <a:path w="2849" h="3381" extrusionOk="0">
                  <a:moveTo>
                    <a:pt x="1323" y="0"/>
                  </a:moveTo>
                  <a:cubicBezTo>
                    <a:pt x="1267" y="0"/>
                    <a:pt x="1211" y="5"/>
                    <a:pt x="1155" y="14"/>
                  </a:cubicBezTo>
                  <a:cubicBezTo>
                    <a:pt x="451" y="124"/>
                    <a:pt x="0" y="960"/>
                    <a:pt x="143" y="1895"/>
                  </a:cubicBezTo>
                  <a:cubicBezTo>
                    <a:pt x="276" y="2751"/>
                    <a:pt x="881" y="3380"/>
                    <a:pt x="1538" y="3380"/>
                  </a:cubicBezTo>
                  <a:cubicBezTo>
                    <a:pt x="1590" y="3380"/>
                    <a:pt x="1642" y="3376"/>
                    <a:pt x="1694" y="3368"/>
                  </a:cubicBezTo>
                  <a:cubicBezTo>
                    <a:pt x="2398" y="3258"/>
                    <a:pt x="2849" y="2423"/>
                    <a:pt x="2706" y="1488"/>
                  </a:cubicBezTo>
                  <a:cubicBezTo>
                    <a:pt x="2564" y="637"/>
                    <a:pt x="1974" y="0"/>
                    <a:pt x="1323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61;p37">
              <a:extLst>
                <a:ext uri="{FF2B5EF4-FFF2-40B4-BE49-F238E27FC236}">
                  <a16:creationId xmlns:a16="http://schemas.microsoft.com/office/drawing/2014/main" id="{2EB8746F-BF25-882D-47EA-475A857D0056}"/>
                </a:ext>
              </a:extLst>
            </p:cNvPr>
            <p:cNvSpPr/>
            <p:nvPr/>
          </p:nvSpPr>
          <p:spPr>
            <a:xfrm>
              <a:off x="1556125" y="2572400"/>
              <a:ext cx="124850" cy="103100"/>
            </a:xfrm>
            <a:custGeom>
              <a:avLst/>
              <a:gdLst/>
              <a:ahLst/>
              <a:cxnLst/>
              <a:rect l="l" t="t" r="r" b="b"/>
              <a:pathLst>
                <a:path w="4994" h="4124" extrusionOk="0">
                  <a:moveTo>
                    <a:pt x="4993" y="0"/>
                  </a:moveTo>
                  <a:lnTo>
                    <a:pt x="319" y="2068"/>
                  </a:lnTo>
                  <a:lnTo>
                    <a:pt x="0" y="4124"/>
                  </a:lnTo>
                  <a:lnTo>
                    <a:pt x="4872" y="2760"/>
                  </a:lnTo>
                  <a:lnTo>
                    <a:pt x="4993" y="0"/>
                  </a:ln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62;p37">
              <a:extLst>
                <a:ext uri="{FF2B5EF4-FFF2-40B4-BE49-F238E27FC236}">
                  <a16:creationId xmlns:a16="http://schemas.microsoft.com/office/drawing/2014/main" id="{9F106CA4-3F1E-F848-3A86-EEEEFC2ADC94}"/>
                </a:ext>
              </a:extLst>
            </p:cNvPr>
            <p:cNvSpPr/>
            <p:nvPr/>
          </p:nvSpPr>
          <p:spPr>
            <a:xfrm>
              <a:off x="1435425" y="2573225"/>
              <a:ext cx="128700" cy="94325"/>
            </a:xfrm>
            <a:custGeom>
              <a:avLst/>
              <a:gdLst/>
              <a:ahLst/>
              <a:cxnLst/>
              <a:rect l="l" t="t" r="r" b="b"/>
              <a:pathLst>
                <a:path w="5148" h="3773" extrusionOk="0">
                  <a:moveTo>
                    <a:pt x="144" y="0"/>
                  </a:moveTo>
                  <a:lnTo>
                    <a:pt x="1" y="627"/>
                  </a:lnTo>
                  <a:lnTo>
                    <a:pt x="4795" y="3772"/>
                  </a:lnTo>
                  <a:lnTo>
                    <a:pt x="5147" y="2035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63;p37">
              <a:extLst>
                <a:ext uri="{FF2B5EF4-FFF2-40B4-BE49-F238E27FC236}">
                  <a16:creationId xmlns:a16="http://schemas.microsoft.com/office/drawing/2014/main" id="{4D517A69-BC68-FBA6-9B36-564D26FAB176}"/>
                </a:ext>
              </a:extLst>
            </p:cNvPr>
            <p:cNvSpPr/>
            <p:nvPr/>
          </p:nvSpPr>
          <p:spPr>
            <a:xfrm>
              <a:off x="1669400" y="2528400"/>
              <a:ext cx="46200" cy="58575"/>
            </a:xfrm>
            <a:custGeom>
              <a:avLst/>
              <a:gdLst/>
              <a:ahLst/>
              <a:cxnLst/>
              <a:rect l="l" t="t" r="r" b="b"/>
              <a:pathLst>
                <a:path w="1848" h="2343" extrusionOk="0">
                  <a:moveTo>
                    <a:pt x="935" y="1"/>
                  </a:moveTo>
                  <a:lnTo>
                    <a:pt x="0" y="451"/>
                  </a:lnTo>
                  <a:lnTo>
                    <a:pt x="913" y="2343"/>
                  </a:lnTo>
                  <a:lnTo>
                    <a:pt x="1848" y="188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64;p37">
              <a:extLst>
                <a:ext uri="{FF2B5EF4-FFF2-40B4-BE49-F238E27FC236}">
                  <a16:creationId xmlns:a16="http://schemas.microsoft.com/office/drawing/2014/main" id="{DBE119E9-FC26-2CB7-C5CE-DE051A6855F6}"/>
                </a:ext>
              </a:extLst>
            </p:cNvPr>
            <p:cNvSpPr/>
            <p:nvPr/>
          </p:nvSpPr>
          <p:spPr>
            <a:xfrm>
              <a:off x="1676550" y="2564700"/>
              <a:ext cx="179825" cy="164975"/>
            </a:xfrm>
            <a:custGeom>
              <a:avLst/>
              <a:gdLst/>
              <a:ahLst/>
              <a:cxnLst/>
              <a:rect l="l" t="t" r="r" b="b"/>
              <a:pathLst>
                <a:path w="7193" h="6599" extrusionOk="0">
                  <a:moveTo>
                    <a:pt x="1441" y="0"/>
                  </a:moveTo>
                  <a:lnTo>
                    <a:pt x="0" y="2057"/>
                  </a:lnTo>
                  <a:lnTo>
                    <a:pt x="2035" y="1881"/>
                  </a:lnTo>
                  <a:lnTo>
                    <a:pt x="6466" y="6598"/>
                  </a:lnTo>
                  <a:lnTo>
                    <a:pt x="7192" y="5059"/>
                  </a:lnTo>
                  <a:lnTo>
                    <a:pt x="3464" y="517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65;p37">
              <a:extLst>
                <a:ext uri="{FF2B5EF4-FFF2-40B4-BE49-F238E27FC236}">
                  <a16:creationId xmlns:a16="http://schemas.microsoft.com/office/drawing/2014/main" id="{858590E7-F626-FE24-BC86-ED70D501E413}"/>
                </a:ext>
              </a:extLst>
            </p:cNvPr>
            <p:cNvSpPr/>
            <p:nvPr/>
          </p:nvSpPr>
          <p:spPr>
            <a:xfrm>
              <a:off x="1838200" y="2691150"/>
              <a:ext cx="113300" cy="132000"/>
            </a:xfrm>
            <a:custGeom>
              <a:avLst/>
              <a:gdLst/>
              <a:ahLst/>
              <a:cxnLst/>
              <a:rect l="l" t="t" r="r" b="b"/>
              <a:pathLst>
                <a:path w="4532" h="5280" extrusionOk="0">
                  <a:moveTo>
                    <a:pt x="726" y="1"/>
                  </a:moveTo>
                  <a:lnTo>
                    <a:pt x="0" y="1540"/>
                  </a:lnTo>
                  <a:lnTo>
                    <a:pt x="3772" y="5279"/>
                  </a:lnTo>
                  <a:lnTo>
                    <a:pt x="4531" y="4686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66;p37">
              <a:extLst>
                <a:ext uri="{FF2B5EF4-FFF2-40B4-BE49-F238E27FC236}">
                  <a16:creationId xmlns:a16="http://schemas.microsoft.com/office/drawing/2014/main" id="{424EB3E0-D567-2CEB-39C3-A67C0B8E20C2}"/>
                </a:ext>
              </a:extLst>
            </p:cNvPr>
            <p:cNvSpPr/>
            <p:nvPr/>
          </p:nvSpPr>
          <p:spPr>
            <a:xfrm>
              <a:off x="1673250" y="2603175"/>
              <a:ext cx="173500" cy="258175"/>
            </a:xfrm>
            <a:custGeom>
              <a:avLst/>
              <a:gdLst/>
              <a:ahLst/>
              <a:cxnLst/>
              <a:rect l="l" t="t" r="r" b="b"/>
              <a:pathLst>
                <a:path w="6940" h="10327" extrusionOk="0">
                  <a:moveTo>
                    <a:pt x="3244" y="1"/>
                  </a:moveTo>
                  <a:lnTo>
                    <a:pt x="0" y="507"/>
                  </a:lnTo>
                  <a:lnTo>
                    <a:pt x="682" y="10327"/>
                  </a:lnTo>
                  <a:lnTo>
                    <a:pt x="6939" y="9128"/>
                  </a:lnTo>
                  <a:lnTo>
                    <a:pt x="3244" y="1"/>
                  </a:ln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67;p37">
              <a:extLst>
                <a:ext uri="{FF2B5EF4-FFF2-40B4-BE49-F238E27FC236}">
                  <a16:creationId xmlns:a16="http://schemas.microsoft.com/office/drawing/2014/main" id="{D6D32C3D-A0A7-6848-FEF7-42EAAC3DE037}"/>
                </a:ext>
              </a:extLst>
            </p:cNvPr>
            <p:cNvSpPr/>
            <p:nvPr/>
          </p:nvSpPr>
          <p:spPr>
            <a:xfrm>
              <a:off x="1645750" y="2567175"/>
              <a:ext cx="101475" cy="69850"/>
            </a:xfrm>
            <a:custGeom>
              <a:avLst/>
              <a:gdLst/>
              <a:ahLst/>
              <a:cxnLst/>
              <a:rect l="l" t="t" r="r" b="b"/>
              <a:pathLst>
                <a:path w="4059" h="2794" extrusionOk="0">
                  <a:moveTo>
                    <a:pt x="2882" y="0"/>
                  </a:moveTo>
                  <a:lnTo>
                    <a:pt x="1331" y="286"/>
                  </a:lnTo>
                  <a:lnTo>
                    <a:pt x="968" y="858"/>
                  </a:lnTo>
                  <a:lnTo>
                    <a:pt x="0" y="1936"/>
                  </a:lnTo>
                  <a:lnTo>
                    <a:pt x="891" y="2793"/>
                  </a:lnTo>
                  <a:lnTo>
                    <a:pt x="3223" y="2771"/>
                  </a:lnTo>
                  <a:lnTo>
                    <a:pt x="4058" y="704"/>
                  </a:lnTo>
                  <a:lnTo>
                    <a:pt x="2882" y="0"/>
                  </a:ln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68;p37">
              <a:extLst>
                <a:ext uri="{FF2B5EF4-FFF2-40B4-BE49-F238E27FC236}">
                  <a16:creationId xmlns:a16="http://schemas.microsoft.com/office/drawing/2014/main" id="{08D78D07-5E8F-A2AC-11E5-063D47220F83}"/>
                </a:ext>
              </a:extLst>
            </p:cNvPr>
            <p:cNvSpPr/>
            <p:nvPr/>
          </p:nvSpPr>
          <p:spPr>
            <a:xfrm>
              <a:off x="1402700" y="3168150"/>
              <a:ext cx="131450" cy="93500"/>
            </a:xfrm>
            <a:custGeom>
              <a:avLst/>
              <a:gdLst/>
              <a:ahLst/>
              <a:cxnLst/>
              <a:rect l="l" t="t" r="r" b="b"/>
              <a:pathLst>
                <a:path w="5258" h="3740" extrusionOk="0">
                  <a:moveTo>
                    <a:pt x="1" y="1"/>
                  </a:moveTo>
                  <a:lnTo>
                    <a:pt x="1541" y="2013"/>
                  </a:lnTo>
                  <a:cubicBezTo>
                    <a:pt x="1699" y="2215"/>
                    <a:pt x="1941" y="2333"/>
                    <a:pt x="2195" y="2333"/>
                  </a:cubicBezTo>
                  <a:cubicBezTo>
                    <a:pt x="2259" y="2333"/>
                    <a:pt x="2323" y="2325"/>
                    <a:pt x="2387" y="2310"/>
                  </a:cubicBezTo>
                  <a:lnTo>
                    <a:pt x="3762" y="2002"/>
                  </a:lnTo>
                  <a:lnTo>
                    <a:pt x="3762" y="2002"/>
                  </a:lnTo>
                  <a:lnTo>
                    <a:pt x="3311" y="2937"/>
                  </a:lnTo>
                  <a:lnTo>
                    <a:pt x="4653" y="3740"/>
                  </a:lnTo>
                  <a:lnTo>
                    <a:pt x="5258" y="1562"/>
                  </a:lnTo>
                  <a:lnTo>
                    <a:pt x="4290" y="605"/>
                  </a:lnTo>
                  <a:lnTo>
                    <a:pt x="2915" y="759"/>
                  </a:lnTo>
                  <a:cubicBezTo>
                    <a:pt x="2849" y="766"/>
                    <a:pt x="2782" y="770"/>
                    <a:pt x="2715" y="770"/>
                  </a:cubicBezTo>
                  <a:cubicBezTo>
                    <a:pt x="2562" y="770"/>
                    <a:pt x="2409" y="750"/>
                    <a:pt x="2255" y="70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69;p37">
              <a:extLst>
                <a:ext uri="{FF2B5EF4-FFF2-40B4-BE49-F238E27FC236}">
                  <a16:creationId xmlns:a16="http://schemas.microsoft.com/office/drawing/2014/main" id="{31489BFA-E440-9CD7-2A79-C9F66ED85254}"/>
                </a:ext>
              </a:extLst>
            </p:cNvPr>
            <p:cNvSpPr/>
            <p:nvPr/>
          </p:nvSpPr>
          <p:spPr>
            <a:xfrm>
              <a:off x="1838475" y="3211050"/>
              <a:ext cx="132000" cy="72875"/>
            </a:xfrm>
            <a:custGeom>
              <a:avLst/>
              <a:gdLst/>
              <a:ahLst/>
              <a:cxnLst/>
              <a:rect l="l" t="t" r="r" b="b"/>
              <a:pathLst>
                <a:path w="5280" h="2915" extrusionOk="0">
                  <a:moveTo>
                    <a:pt x="4058" y="0"/>
                  </a:moveTo>
                  <a:lnTo>
                    <a:pt x="2827" y="165"/>
                  </a:lnTo>
                  <a:lnTo>
                    <a:pt x="2178" y="1232"/>
                  </a:lnTo>
                  <a:cubicBezTo>
                    <a:pt x="2068" y="1408"/>
                    <a:pt x="1925" y="1551"/>
                    <a:pt x="1760" y="1672"/>
                  </a:cubicBezTo>
                  <a:lnTo>
                    <a:pt x="0" y="2892"/>
                  </a:lnTo>
                  <a:lnTo>
                    <a:pt x="2299" y="2914"/>
                  </a:lnTo>
                  <a:cubicBezTo>
                    <a:pt x="2596" y="2914"/>
                    <a:pt x="2860" y="2749"/>
                    <a:pt x="2992" y="2485"/>
                  </a:cubicBezTo>
                  <a:lnTo>
                    <a:pt x="3531" y="1331"/>
                  </a:lnTo>
                  <a:lnTo>
                    <a:pt x="3948" y="2167"/>
                  </a:lnTo>
                  <a:lnTo>
                    <a:pt x="5279" y="1661"/>
                  </a:lnTo>
                  <a:lnTo>
                    <a:pt x="4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70;p37">
              <a:extLst>
                <a:ext uri="{FF2B5EF4-FFF2-40B4-BE49-F238E27FC236}">
                  <a16:creationId xmlns:a16="http://schemas.microsoft.com/office/drawing/2014/main" id="{C11B0929-0D85-E5CA-8AE6-22B29C29426F}"/>
                </a:ext>
              </a:extLst>
            </p:cNvPr>
            <p:cNvSpPr/>
            <p:nvPr/>
          </p:nvSpPr>
          <p:spPr>
            <a:xfrm>
              <a:off x="1453025" y="3161550"/>
              <a:ext cx="50325" cy="33575"/>
            </a:xfrm>
            <a:custGeom>
              <a:avLst/>
              <a:gdLst/>
              <a:ahLst/>
              <a:cxnLst/>
              <a:rect l="l" t="t" r="r" b="b"/>
              <a:pathLst>
                <a:path w="2013" h="1343" fill="none" extrusionOk="0">
                  <a:moveTo>
                    <a:pt x="1573" y="1067"/>
                  </a:moveTo>
                  <a:cubicBezTo>
                    <a:pt x="1452" y="781"/>
                    <a:pt x="1386" y="485"/>
                    <a:pt x="1375" y="177"/>
                  </a:cubicBezTo>
                  <a:cubicBezTo>
                    <a:pt x="1364" y="45"/>
                    <a:pt x="1551" y="1"/>
                    <a:pt x="1606" y="122"/>
                  </a:cubicBezTo>
                  <a:cubicBezTo>
                    <a:pt x="1639" y="199"/>
                    <a:pt x="1661" y="276"/>
                    <a:pt x="1661" y="364"/>
                  </a:cubicBezTo>
                  <a:cubicBezTo>
                    <a:pt x="1672" y="551"/>
                    <a:pt x="1617" y="737"/>
                    <a:pt x="1562" y="924"/>
                  </a:cubicBezTo>
                  <a:cubicBezTo>
                    <a:pt x="1573" y="694"/>
                    <a:pt x="1639" y="474"/>
                    <a:pt x="1738" y="276"/>
                  </a:cubicBezTo>
                  <a:cubicBezTo>
                    <a:pt x="1771" y="221"/>
                    <a:pt x="1804" y="155"/>
                    <a:pt x="1870" y="155"/>
                  </a:cubicBezTo>
                  <a:cubicBezTo>
                    <a:pt x="1925" y="144"/>
                    <a:pt x="1969" y="188"/>
                    <a:pt x="1991" y="243"/>
                  </a:cubicBezTo>
                  <a:cubicBezTo>
                    <a:pt x="2013" y="287"/>
                    <a:pt x="2002" y="342"/>
                    <a:pt x="2002" y="397"/>
                  </a:cubicBezTo>
                  <a:cubicBezTo>
                    <a:pt x="1958" y="694"/>
                    <a:pt x="1815" y="979"/>
                    <a:pt x="1595" y="1188"/>
                  </a:cubicBezTo>
                  <a:cubicBezTo>
                    <a:pt x="1507" y="1265"/>
                    <a:pt x="1397" y="1342"/>
                    <a:pt x="1287" y="1309"/>
                  </a:cubicBezTo>
                  <a:cubicBezTo>
                    <a:pt x="1155" y="1276"/>
                    <a:pt x="1100" y="1122"/>
                    <a:pt x="1023" y="1001"/>
                  </a:cubicBezTo>
                  <a:cubicBezTo>
                    <a:pt x="891" y="781"/>
                    <a:pt x="638" y="639"/>
                    <a:pt x="374" y="628"/>
                  </a:cubicBezTo>
                  <a:cubicBezTo>
                    <a:pt x="297" y="628"/>
                    <a:pt x="209" y="639"/>
                    <a:pt x="132" y="606"/>
                  </a:cubicBezTo>
                  <a:cubicBezTo>
                    <a:pt x="55" y="573"/>
                    <a:pt x="0" y="474"/>
                    <a:pt x="55" y="408"/>
                  </a:cubicBezTo>
                </a:path>
              </a:pathLst>
            </a:custGeom>
            <a:noFill/>
            <a:ln w="1650" cap="flat" cmpd="sng">
              <a:solidFill>
                <a:schemeClr val="dk1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71;p37">
              <a:extLst>
                <a:ext uri="{FF2B5EF4-FFF2-40B4-BE49-F238E27FC236}">
                  <a16:creationId xmlns:a16="http://schemas.microsoft.com/office/drawing/2014/main" id="{BCCFC23B-A881-A210-35E1-4C86C83820C5}"/>
                </a:ext>
              </a:extLst>
            </p:cNvPr>
            <p:cNvSpPr/>
            <p:nvPr/>
          </p:nvSpPr>
          <p:spPr>
            <a:xfrm>
              <a:off x="1654825" y="2457125"/>
              <a:ext cx="238650" cy="245200"/>
            </a:xfrm>
            <a:custGeom>
              <a:avLst/>
              <a:gdLst/>
              <a:ahLst/>
              <a:cxnLst/>
              <a:rect l="l" t="t" r="r" b="b"/>
              <a:pathLst>
                <a:path w="9546" h="9808" extrusionOk="0">
                  <a:moveTo>
                    <a:pt x="963" y="0"/>
                  </a:moveTo>
                  <a:cubicBezTo>
                    <a:pt x="717" y="0"/>
                    <a:pt x="477" y="65"/>
                    <a:pt x="275" y="212"/>
                  </a:cubicBezTo>
                  <a:lnTo>
                    <a:pt x="209" y="674"/>
                  </a:lnTo>
                  <a:cubicBezTo>
                    <a:pt x="0" y="707"/>
                    <a:pt x="715" y="1796"/>
                    <a:pt x="1419" y="2566"/>
                  </a:cubicBezTo>
                  <a:cubicBezTo>
                    <a:pt x="1705" y="2874"/>
                    <a:pt x="1397" y="3379"/>
                    <a:pt x="1243" y="3775"/>
                  </a:cubicBezTo>
                  <a:cubicBezTo>
                    <a:pt x="1001" y="4369"/>
                    <a:pt x="902" y="5051"/>
                    <a:pt x="1100" y="5656"/>
                  </a:cubicBezTo>
                  <a:cubicBezTo>
                    <a:pt x="1298" y="6272"/>
                    <a:pt x="1826" y="6800"/>
                    <a:pt x="2464" y="6887"/>
                  </a:cubicBezTo>
                  <a:cubicBezTo>
                    <a:pt x="2549" y="6898"/>
                    <a:pt x="2637" y="6901"/>
                    <a:pt x="2726" y="6901"/>
                  </a:cubicBezTo>
                  <a:cubicBezTo>
                    <a:pt x="2857" y="6901"/>
                    <a:pt x="2991" y="6894"/>
                    <a:pt x="3122" y="6894"/>
                  </a:cubicBezTo>
                  <a:cubicBezTo>
                    <a:pt x="3355" y="6894"/>
                    <a:pt x="3580" y="6917"/>
                    <a:pt x="3772" y="7041"/>
                  </a:cubicBezTo>
                  <a:cubicBezTo>
                    <a:pt x="4190" y="7327"/>
                    <a:pt x="4179" y="7921"/>
                    <a:pt x="4355" y="8394"/>
                  </a:cubicBezTo>
                  <a:cubicBezTo>
                    <a:pt x="4575" y="9010"/>
                    <a:pt x="5147" y="9461"/>
                    <a:pt x="5763" y="9659"/>
                  </a:cubicBezTo>
                  <a:cubicBezTo>
                    <a:pt x="6099" y="9765"/>
                    <a:pt x="6451" y="9808"/>
                    <a:pt x="6803" y="9808"/>
                  </a:cubicBezTo>
                  <a:cubicBezTo>
                    <a:pt x="7108" y="9808"/>
                    <a:pt x="7414" y="9776"/>
                    <a:pt x="7709" y="9725"/>
                  </a:cubicBezTo>
                  <a:cubicBezTo>
                    <a:pt x="8182" y="9648"/>
                    <a:pt x="8677" y="9516"/>
                    <a:pt x="9007" y="9164"/>
                  </a:cubicBezTo>
                  <a:cubicBezTo>
                    <a:pt x="9546" y="8603"/>
                    <a:pt x="9458" y="7690"/>
                    <a:pt x="9161" y="6975"/>
                  </a:cubicBezTo>
                  <a:cubicBezTo>
                    <a:pt x="8556" y="5491"/>
                    <a:pt x="7181" y="4369"/>
                    <a:pt x="5609" y="4061"/>
                  </a:cubicBezTo>
                  <a:cubicBezTo>
                    <a:pt x="4993" y="3940"/>
                    <a:pt x="4311" y="3929"/>
                    <a:pt x="3816" y="3533"/>
                  </a:cubicBezTo>
                  <a:cubicBezTo>
                    <a:pt x="3387" y="3203"/>
                    <a:pt x="3200" y="2654"/>
                    <a:pt x="3014" y="2148"/>
                  </a:cubicBezTo>
                  <a:cubicBezTo>
                    <a:pt x="2805" y="1532"/>
                    <a:pt x="2552" y="894"/>
                    <a:pt x="2068" y="443"/>
                  </a:cubicBezTo>
                  <a:cubicBezTo>
                    <a:pt x="1775" y="171"/>
                    <a:pt x="1361" y="0"/>
                    <a:pt x="963" y="0"/>
                  </a:cubicBezTo>
                  <a:close/>
                </a:path>
              </a:pathLst>
            </a:custGeom>
            <a:solidFill>
              <a:srgbClr val="9B55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572;p37">
              <a:extLst>
                <a:ext uri="{FF2B5EF4-FFF2-40B4-BE49-F238E27FC236}">
                  <a16:creationId xmlns:a16="http://schemas.microsoft.com/office/drawing/2014/main" id="{38CEA83B-7C63-9945-24EA-F86D71A1ABEC}"/>
                </a:ext>
              </a:extLst>
            </p:cNvPr>
            <p:cNvSpPr/>
            <p:nvPr/>
          </p:nvSpPr>
          <p:spPr>
            <a:xfrm>
              <a:off x="1627600" y="2459125"/>
              <a:ext cx="69575" cy="51700"/>
            </a:xfrm>
            <a:custGeom>
              <a:avLst/>
              <a:gdLst/>
              <a:ahLst/>
              <a:cxnLst/>
              <a:rect l="l" t="t" r="r" b="b"/>
              <a:pathLst>
                <a:path w="2783" h="2068" extrusionOk="0">
                  <a:moveTo>
                    <a:pt x="1705" y="0"/>
                  </a:moveTo>
                  <a:cubicBezTo>
                    <a:pt x="1705" y="0"/>
                    <a:pt x="1" y="187"/>
                    <a:pt x="528" y="2068"/>
                  </a:cubicBezTo>
                  <a:lnTo>
                    <a:pt x="2783" y="1617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rgbClr val="9B55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73;p37">
              <a:extLst>
                <a:ext uri="{FF2B5EF4-FFF2-40B4-BE49-F238E27FC236}">
                  <a16:creationId xmlns:a16="http://schemas.microsoft.com/office/drawing/2014/main" id="{3E25CE44-D940-C3AB-0041-E9E3064C8EF0}"/>
                </a:ext>
              </a:extLst>
            </p:cNvPr>
            <p:cNvSpPr/>
            <p:nvPr/>
          </p:nvSpPr>
          <p:spPr>
            <a:xfrm>
              <a:off x="1671600" y="2498425"/>
              <a:ext cx="17600" cy="17625"/>
            </a:xfrm>
            <a:custGeom>
              <a:avLst/>
              <a:gdLst/>
              <a:ahLst/>
              <a:cxnLst/>
              <a:rect l="l" t="t" r="r" b="b"/>
              <a:pathLst>
                <a:path w="704" h="705" extrusionOk="0">
                  <a:moveTo>
                    <a:pt x="352" y="1"/>
                  </a:moveTo>
                  <a:cubicBezTo>
                    <a:pt x="154" y="1"/>
                    <a:pt x="0" y="166"/>
                    <a:pt x="0" y="353"/>
                  </a:cubicBezTo>
                  <a:cubicBezTo>
                    <a:pt x="0" y="551"/>
                    <a:pt x="154" y="705"/>
                    <a:pt x="352" y="705"/>
                  </a:cubicBezTo>
                  <a:cubicBezTo>
                    <a:pt x="550" y="705"/>
                    <a:pt x="704" y="551"/>
                    <a:pt x="704" y="353"/>
                  </a:cubicBezTo>
                  <a:cubicBezTo>
                    <a:pt x="704" y="166"/>
                    <a:pt x="550" y="1"/>
                    <a:pt x="35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74;p37">
              <a:extLst>
                <a:ext uri="{FF2B5EF4-FFF2-40B4-BE49-F238E27FC236}">
                  <a16:creationId xmlns:a16="http://schemas.microsoft.com/office/drawing/2014/main" id="{C89A2535-9D35-B878-62D0-D7E811A182A1}"/>
                </a:ext>
              </a:extLst>
            </p:cNvPr>
            <p:cNvSpPr/>
            <p:nvPr/>
          </p:nvSpPr>
          <p:spPr>
            <a:xfrm>
              <a:off x="1436800" y="2572950"/>
              <a:ext cx="128425" cy="102550"/>
            </a:xfrm>
            <a:custGeom>
              <a:avLst/>
              <a:gdLst/>
              <a:ahLst/>
              <a:cxnLst/>
              <a:rect l="l" t="t" r="r" b="b"/>
              <a:pathLst>
                <a:path w="5137" h="4102" extrusionOk="0">
                  <a:moveTo>
                    <a:pt x="385" y="0"/>
                  </a:moveTo>
                  <a:lnTo>
                    <a:pt x="12" y="759"/>
                  </a:lnTo>
                  <a:lnTo>
                    <a:pt x="1" y="759"/>
                  </a:lnTo>
                  <a:lnTo>
                    <a:pt x="4773" y="4102"/>
                  </a:lnTo>
                  <a:cubicBezTo>
                    <a:pt x="4773" y="4102"/>
                    <a:pt x="5136" y="2079"/>
                    <a:pt x="5136" y="2046"/>
                  </a:cubicBezTo>
                  <a:cubicBezTo>
                    <a:pt x="5136" y="2024"/>
                    <a:pt x="385" y="0"/>
                    <a:pt x="385" y="0"/>
                  </a:cubicBezTo>
                  <a:close/>
                </a:path>
              </a:pathLst>
            </a:cu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75;p37">
              <a:extLst>
                <a:ext uri="{FF2B5EF4-FFF2-40B4-BE49-F238E27FC236}">
                  <a16:creationId xmlns:a16="http://schemas.microsoft.com/office/drawing/2014/main" id="{63D81907-EDF4-23A2-3149-21807B286F2D}"/>
                </a:ext>
              </a:extLst>
            </p:cNvPr>
            <p:cNvSpPr/>
            <p:nvPr/>
          </p:nvSpPr>
          <p:spPr>
            <a:xfrm>
              <a:off x="1436525" y="2570475"/>
              <a:ext cx="21475" cy="29700"/>
            </a:xfrm>
            <a:custGeom>
              <a:avLst/>
              <a:gdLst/>
              <a:ahLst/>
              <a:cxnLst/>
              <a:rect l="l" t="t" r="r" b="b"/>
              <a:pathLst>
                <a:path w="859" h="1188" extrusionOk="0">
                  <a:moveTo>
                    <a:pt x="451" y="0"/>
                  </a:moveTo>
                  <a:lnTo>
                    <a:pt x="1" y="913"/>
                  </a:lnTo>
                  <a:lnTo>
                    <a:pt x="407" y="1188"/>
                  </a:lnTo>
                  <a:lnTo>
                    <a:pt x="858" y="231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76;p37">
              <a:extLst>
                <a:ext uri="{FF2B5EF4-FFF2-40B4-BE49-F238E27FC236}">
                  <a16:creationId xmlns:a16="http://schemas.microsoft.com/office/drawing/2014/main" id="{073B923B-C38B-5490-1EF9-58FE55D3941B}"/>
                </a:ext>
              </a:extLst>
            </p:cNvPr>
            <p:cNvSpPr/>
            <p:nvPr/>
          </p:nvSpPr>
          <p:spPr>
            <a:xfrm>
              <a:off x="1923150" y="2795350"/>
              <a:ext cx="25325" cy="28350"/>
            </a:xfrm>
            <a:custGeom>
              <a:avLst/>
              <a:gdLst/>
              <a:ahLst/>
              <a:cxnLst/>
              <a:rect l="l" t="t" r="r" b="b"/>
              <a:pathLst>
                <a:path w="1013" h="1134" extrusionOk="0">
                  <a:moveTo>
                    <a:pt x="693" y="1"/>
                  </a:moveTo>
                  <a:lnTo>
                    <a:pt x="1" y="748"/>
                  </a:lnTo>
                  <a:lnTo>
                    <a:pt x="297" y="1133"/>
                  </a:lnTo>
                  <a:lnTo>
                    <a:pt x="1012" y="353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77;p37">
              <a:extLst>
                <a:ext uri="{FF2B5EF4-FFF2-40B4-BE49-F238E27FC236}">
                  <a16:creationId xmlns:a16="http://schemas.microsoft.com/office/drawing/2014/main" id="{CD1F6FF1-71B1-8C5A-875A-5C9BD4A6B09C}"/>
                </a:ext>
              </a:extLst>
            </p:cNvPr>
            <p:cNvSpPr/>
            <p:nvPr/>
          </p:nvSpPr>
          <p:spPr>
            <a:xfrm>
              <a:off x="1509925" y="3170350"/>
              <a:ext cx="34400" cy="37150"/>
            </a:xfrm>
            <a:custGeom>
              <a:avLst/>
              <a:gdLst/>
              <a:ahLst/>
              <a:cxnLst/>
              <a:rect l="l" t="t" r="r" b="b"/>
              <a:pathLst>
                <a:path w="1376" h="1486" extrusionOk="0">
                  <a:moveTo>
                    <a:pt x="243" y="1"/>
                  </a:moveTo>
                  <a:lnTo>
                    <a:pt x="1" y="528"/>
                  </a:lnTo>
                  <a:lnTo>
                    <a:pt x="969" y="1485"/>
                  </a:lnTo>
                  <a:lnTo>
                    <a:pt x="1375" y="1034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78;p37">
              <a:extLst>
                <a:ext uri="{FF2B5EF4-FFF2-40B4-BE49-F238E27FC236}">
                  <a16:creationId xmlns:a16="http://schemas.microsoft.com/office/drawing/2014/main" id="{B16E9B37-8514-46C6-769F-B58706A71421}"/>
                </a:ext>
              </a:extLst>
            </p:cNvPr>
            <p:cNvSpPr/>
            <p:nvPr/>
          </p:nvSpPr>
          <p:spPr>
            <a:xfrm>
              <a:off x="1899775" y="3197025"/>
              <a:ext cx="41275" cy="22300"/>
            </a:xfrm>
            <a:custGeom>
              <a:avLst/>
              <a:gdLst/>
              <a:ahLst/>
              <a:cxnLst/>
              <a:rect l="l" t="t" r="r" b="b"/>
              <a:pathLst>
                <a:path w="1651" h="892" extrusionOk="0">
                  <a:moveTo>
                    <a:pt x="1617" y="0"/>
                  </a:moveTo>
                  <a:lnTo>
                    <a:pt x="1" y="396"/>
                  </a:lnTo>
                  <a:lnTo>
                    <a:pt x="320" y="891"/>
                  </a:lnTo>
                  <a:lnTo>
                    <a:pt x="1650" y="594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E77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79;p37">
              <a:extLst>
                <a:ext uri="{FF2B5EF4-FFF2-40B4-BE49-F238E27FC236}">
                  <a16:creationId xmlns:a16="http://schemas.microsoft.com/office/drawing/2014/main" id="{09CCFBD5-0DF9-CB79-173A-26570B6BE526}"/>
                </a:ext>
              </a:extLst>
            </p:cNvPr>
            <p:cNvSpPr/>
            <p:nvPr/>
          </p:nvSpPr>
          <p:spPr>
            <a:xfrm>
              <a:off x="1881625" y="3205550"/>
              <a:ext cx="36600" cy="38500"/>
            </a:xfrm>
            <a:custGeom>
              <a:avLst/>
              <a:gdLst/>
              <a:ahLst/>
              <a:cxnLst/>
              <a:rect l="l" t="t" r="r" b="b"/>
              <a:pathLst>
                <a:path w="1464" h="1540" fill="none" extrusionOk="0">
                  <a:moveTo>
                    <a:pt x="1134" y="825"/>
                  </a:moveTo>
                  <a:cubicBezTo>
                    <a:pt x="1002" y="561"/>
                    <a:pt x="760" y="341"/>
                    <a:pt x="474" y="231"/>
                  </a:cubicBezTo>
                  <a:lnTo>
                    <a:pt x="463" y="231"/>
                  </a:lnTo>
                  <a:cubicBezTo>
                    <a:pt x="243" y="154"/>
                    <a:pt x="56" y="429"/>
                    <a:pt x="232" y="594"/>
                  </a:cubicBezTo>
                  <a:cubicBezTo>
                    <a:pt x="375" y="748"/>
                    <a:pt x="584" y="847"/>
                    <a:pt x="793" y="869"/>
                  </a:cubicBezTo>
                  <a:cubicBezTo>
                    <a:pt x="903" y="803"/>
                    <a:pt x="958" y="660"/>
                    <a:pt x="980" y="528"/>
                  </a:cubicBezTo>
                  <a:cubicBezTo>
                    <a:pt x="1013" y="396"/>
                    <a:pt x="1035" y="253"/>
                    <a:pt x="1123" y="143"/>
                  </a:cubicBezTo>
                  <a:cubicBezTo>
                    <a:pt x="1123" y="143"/>
                    <a:pt x="1123" y="143"/>
                    <a:pt x="1123" y="143"/>
                  </a:cubicBezTo>
                  <a:cubicBezTo>
                    <a:pt x="1244" y="0"/>
                    <a:pt x="1464" y="165"/>
                    <a:pt x="1387" y="330"/>
                  </a:cubicBezTo>
                  <a:cubicBezTo>
                    <a:pt x="1211" y="660"/>
                    <a:pt x="892" y="913"/>
                    <a:pt x="540" y="1012"/>
                  </a:cubicBezTo>
                  <a:cubicBezTo>
                    <a:pt x="419" y="1045"/>
                    <a:pt x="298" y="1056"/>
                    <a:pt x="210" y="1133"/>
                  </a:cubicBezTo>
                  <a:cubicBezTo>
                    <a:pt x="78" y="1221"/>
                    <a:pt x="34" y="1386"/>
                    <a:pt x="1" y="1540"/>
                  </a:cubicBezTo>
                </a:path>
              </a:pathLst>
            </a:custGeom>
            <a:noFill/>
            <a:ln w="1650" cap="flat" cmpd="sng">
              <a:solidFill>
                <a:schemeClr val="dk1"/>
              </a:solidFill>
              <a:prstDash val="solid"/>
              <a:miter lim="10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190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Структурная схема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4461C0-4AB8-CA49-5AF4-3E904D08C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213" y="1257156"/>
            <a:ext cx="6666578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56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0"/>
            <a:ext cx="7699200" cy="1118616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D194D-ED1C-671B-AFEE-67AD2677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33" y="1264257"/>
            <a:ext cx="6846734" cy="31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8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0"/>
            <a:ext cx="7699200" cy="1118616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70E8FD-07F0-1D53-517A-2A7545AB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85" y="1118616"/>
            <a:ext cx="5447030" cy="354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5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0"/>
            <a:ext cx="7699200" cy="1118616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90EF49-7F6F-501C-798F-3D6F53CB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75" y="1118616"/>
            <a:ext cx="4920249" cy="356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1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145465"/>
            <a:ext cx="7699200" cy="572700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состояний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6556AA-6490-FF31-CFC3-3AA8AE858F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 bwMode="auto">
          <a:xfrm>
            <a:off x="2492855" y="821463"/>
            <a:ext cx="4158290" cy="392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5361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145465"/>
            <a:ext cx="7699200" cy="572700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состояний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7FF7AF-E189-9563-2B81-D7E518C6A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52" y="828947"/>
            <a:ext cx="4063895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145465"/>
            <a:ext cx="7699200" cy="572700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состояний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B869F4-692A-0727-9421-EFB85184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98" y="837747"/>
            <a:ext cx="3222404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84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35"/>
          <p:cNvSpPr txBox="1">
            <a:spLocks noGrp="1"/>
          </p:cNvSpPr>
          <p:nvPr>
            <p:ph type="subTitle" idx="5"/>
          </p:nvPr>
        </p:nvSpPr>
        <p:spPr>
          <a:xfrm>
            <a:off x="1082173" y="3596156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MySQL</a:t>
            </a:r>
            <a:r>
              <a:rPr lang="ru-CH" dirty="0">
                <a:effectLst/>
              </a:rPr>
              <a:t> </a:t>
            </a:r>
            <a:endParaRPr dirty="0"/>
          </a:p>
        </p:txBody>
      </p:sp>
      <p:sp>
        <p:nvSpPr>
          <p:cNvPr id="1292" name="Google Shape;1292;p35"/>
          <p:cNvSpPr txBox="1">
            <a:spLocks noGrp="1"/>
          </p:cNvSpPr>
          <p:nvPr>
            <p:ph type="subTitle" idx="6"/>
          </p:nvPr>
        </p:nvSpPr>
        <p:spPr>
          <a:xfrm>
            <a:off x="1082166" y="3248056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СУБД</a:t>
            </a:r>
            <a:endParaRPr dirty="0"/>
          </a:p>
        </p:txBody>
      </p:sp>
      <p:sp>
        <p:nvSpPr>
          <p:cNvPr id="1293" name="Google Shape;1293;p35"/>
          <p:cNvSpPr txBox="1">
            <a:spLocks noGrp="1"/>
          </p:cNvSpPr>
          <p:nvPr>
            <p:ph type="title"/>
          </p:nvPr>
        </p:nvSpPr>
        <p:spPr>
          <a:xfrm>
            <a:off x="662882" y="121121"/>
            <a:ext cx="4733808" cy="1150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Выбор комплекса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программных средств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94" name="Google Shape;1294;p35"/>
          <p:cNvSpPr txBox="1">
            <a:spLocks noGrp="1" noChangeAspect="1"/>
          </p:cNvSpPr>
          <p:nvPr>
            <p:ph type="subTitle" idx="1"/>
          </p:nvPr>
        </p:nvSpPr>
        <p:spPr>
          <a:xfrm>
            <a:off x="1082172" y="2155057"/>
            <a:ext cx="2645169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Windows 10</a:t>
            </a:r>
            <a:r>
              <a:rPr lang="de-CH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, Windows 11</a:t>
            </a:r>
            <a:r>
              <a:rPr lang="ru-CH" dirty="0">
                <a:effectLst/>
              </a:rPr>
              <a:t> </a:t>
            </a:r>
            <a:endParaRPr dirty="0"/>
          </a:p>
        </p:txBody>
      </p:sp>
      <p:sp>
        <p:nvSpPr>
          <p:cNvPr id="1295" name="Google Shape;1295;p35"/>
          <p:cNvSpPr txBox="1">
            <a:spLocks noGrp="1"/>
          </p:cNvSpPr>
          <p:nvPr>
            <p:ph type="subTitle" idx="2"/>
          </p:nvPr>
        </p:nvSpPr>
        <p:spPr>
          <a:xfrm>
            <a:off x="1082166" y="1491534"/>
            <a:ext cx="2874900" cy="7756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Операционная система</a:t>
            </a:r>
            <a:endParaRPr sz="2000" dirty="0"/>
          </a:p>
        </p:txBody>
      </p:sp>
      <p:sp>
        <p:nvSpPr>
          <p:cNvPr id="1296" name="Google Shape;1296;p35"/>
          <p:cNvSpPr txBox="1">
            <a:spLocks noGrp="1"/>
          </p:cNvSpPr>
          <p:nvPr>
            <p:ph type="subTitle" idx="3"/>
          </p:nvPr>
        </p:nvSpPr>
        <p:spPr>
          <a:xfrm>
            <a:off x="4992565" y="2155057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Java</a:t>
            </a:r>
            <a:r>
              <a:rPr lang="de-CH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Spring</a:t>
            </a:r>
            <a:r>
              <a:rPr lang="ru-CH" sz="1800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JavaScript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HTML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CSS</a:t>
            </a:r>
            <a:endParaRPr dirty="0"/>
          </a:p>
        </p:txBody>
      </p:sp>
      <p:sp>
        <p:nvSpPr>
          <p:cNvPr id="1297" name="Google Shape;1297;p35"/>
          <p:cNvSpPr txBox="1">
            <a:spLocks noGrp="1"/>
          </p:cNvSpPr>
          <p:nvPr>
            <p:ph type="subTitle" idx="4"/>
          </p:nvPr>
        </p:nvSpPr>
        <p:spPr>
          <a:xfrm>
            <a:off x="4992563" y="1491534"/>
            <a:ext cx="2874900" cy="7756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Язык программирования</a:t>
            </a:r>
            <a:endParaRPr sz="2000" dirty="0"/>
          </a:p>
        </p:txBody>
      </p:sp>
      <p:sp>
        <p:nvSpPr>
          <p:cNvPr id="1298" name="Google Shape;1298;p35"/>
          <p:cNvSpPr txBox="1">
            <a:spLocks noGrp="1"/>
          </p:cNvSpPr>
          <p:nvPr>
            <p:ph type="subTitle" idx="7"/>
          </p:nvPr>
        </p:nvSpPr>
        <p:spPr>
          <a:xfrm>
            <a:off x="4992565" y="3596156"/>
            <a:ext cx="2874900" cy="9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IntelliJ IDEA Community</a:t>
            </a:r>
            <a:r>
              <a:rPr lang="ru-CH" dirty="0">
                <a:effectLst/>
              </a:rPr>
              <a:t> </a:t>
            </a:r>
            <a:endParaRPr dirty="0"/>
          </a:p>
        </p:txBody>
      </p:sp>
      <p:sp>
        <p:nvSpPr>
          <p:cNvPr id="1299" name="Google Shape;1299;p35"/>
          <p:cNvSpPr txBox="1">
            <a:spLocks noGrp="1"/>
          </p:cNvSpPr>
          <p:nvPr>
            <p:ph type="subTitle" idx="8"/>
          </p:nvPr>
        </p:nvSpPr>
        <p:spPr>
          <a:xfrm>
            <a:off x="4992563" y="3248056"/>
            <a:ext cx="2874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Среда разработки</a:t>
            </a:r>
            <a:endParaRPr dirty="0"/>
          </a:p>
        </p:txBody>
      </p:sp>
      <p:grpSp>
        <p:nvGrpSpPr>
          <p:cNvPr id="1371" name="Google Shape;1371;p35"/>
          <p:cNvGrpSpPr/>
          <p:nvPr/>
        </p:nvGrpSpPr>
        <p:grpSpPr>
          <a:xfrm flipH="1">
            <a:off x="6496256" y="505843"/>
            <a:ext cx="1687585" cy="640010"/>
            <a:chOff x="3682500" y="238150"/>
            <a:chExt cx="3697600" cy="1402300"/>
          </a:xfrm>
        </p:grpSpPr>
        <p:sp>
          <p:nvSpPr>
            <p:cNvPr id="1372" name="Google Shape;1372;p35"/>
            <p:cNvSpPr/>
            <p:nvPr/>
          </p:nvSpPr>
          <p:spPr>
            <a:xfrm>
              <a:off x="6229075" y="1064750"/>
              <a:ext cx="386450" cy="386475"/>
            </a:xfrm>
            <a:custGeom>
              <a:avLst/>
              <a:gdLst/>
              <a:ahLst/>
              <a:cxnLst/>
              <a:rect l="l" t="t" r="r" b="b"/>
              <a:pathLst>
                <a:path w="15458" h="15459" extrusionOk="0">
                  <a:moveTo>
                    <a:pt x="7729" y="1"/>
                  </a:moveTo>
                  <a:cubicBezTo>
                    <a:pt x="3465" y="1"/>
                    <a:pt x="0" y="3453"/>
                    <a:pt x="0" y="7729"/>
                  </a:cubicBezTo>
                  <a:cubicBezTo>
                    <a:pt x="0" y="11993"/>
                    <a:pt x="3465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5"/>
            <p:cNvSpPr/>
            <p:nvPr/>
          </p:nvSpPr>
          <p:spPr>
            <a:xfrm>
              <a:off x="6275150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0" y="2630"/>
                    <a:pt x="0" y="5886"/>
                  </a:cubicBezTo>
                  <a:cubicBezTo>
                    <a:pt x="0" y="9130"/>
                    <a:pt x="2642" y="11772"/>
                    <a:pt x="5886" y="11772"/>
                  </a:cubicBezTo>
                  <a:cubicBezTo>
                    <a:pt x="9142" y="11772"/>
                    <a:pt x="11771" y="9130"/>
                    <a:pt x="11771" y="5886"/>
                  </a:cubicBezTo>
                  <a:cubicBezTo>
                    <a:pt x="11771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5"/>
            <p:cNvSpPr/>
            <p:nvPr/>
          </p:nvSpPr>
          <p:spPr>
            <a:xfrm>
              <a:off x="6424750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0" y="5358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5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5"/>
            <p:cNvSpPr/>
            <p:nvPr/>
          </p:nvSpPr>
          <p:spPr>
            <a:xfrm>
              <a:off x="6348550" y="11351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5"/>
            <p:cNvSpPr/>
            <p:nvPr/>
          </p:nvSpPr>
          <p:spPr>
            <a:xfrm>
              <a:off x="6296950" y="1188250"/>
              <a:ext cx="115825" cy="66975"/>
            </a:xfrm>
            <a:custGeom>
              <a:avLst/>
              <a:gdLst/>
              <a:ahLst/>
              <a:cxnLst/>
              <a:rect l="l" t="t" r="r" b="b"/>
              <a:pathLst>
                <a:path w="4633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5"/>
            <p:cNvSpPr/>
            <p:nvPr/>
          </p:nvSpPr>
          <p:spPr>
            <a:xfrm>
              <a:off x="62791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1" y="1"/>
                  </a:moveTo>
                  <a:lnTo>
                    <a:pt x="5346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5"/>
            <p:cNvSpPr/>
            <p:nvPr/>
          </p:nvSpPr>
          <p:spPr>
            <a:xfrm>
              <a:off x="6299400" y="1264725"/>
              <a:ext cx="115850" cy="67000"/>
            </a:xfrm>
            <a:custGeom>
              <a:avLst/>
              <a:gdLst/>
              <a:ahLst/>
              <a:cxnLst/>
              <a:rect l="l" t="t" r="r" b="b"/>
              <a:pathLst>
                <a:path w="4634" h="2680" fill="none" extrusionOk="0">
                  <a:moveTo>
                    <a:pt x="1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5"/>
            <p:cNvSpPr/>
            <p:nvPr/>
          </p:nvSpPr>
          <p:spPr>
            <a:xfrm>
              <a:off x="6352850" y="126750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1" y="4633"/>
                  </a:moveTo>
                  <a:lnTo>
                    <a:pt x="268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5"/>
            <p:cNvSpPr/>
            <p:nvPr/>
          </p:nvSpPr>
          <p:spPr>
            <a:xfrm>
              <a:off x="6429350" y="1265025"/>
              <a:ext cx="66675" cy="115850"/>
            </a:xfrm>
            <a:custGeom>
              <a:avLst/>
              <a:gdLst/>
              <a:ahLst/>
              <a:cxnLst/>
              <a:rect l="l" t="t" r="r" b="b"/>
              <a:pathLst>
                <a:path w="2667" h="4634" fill="none" extrusionOk="0">
                  <a:moveTo>
                    <a:pt x="2667" y="4633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5"/>
            <p:cNvSpPr/>
            <p:nvPr/>
          </p:nvSpPr>
          <p:spPr>
            <a:xfrm>
              <a:off x="6431800" y="1260725"/>
              <a:ext cx="116150" cy="66700"/>
            </a:xfrm>
            <a:custGeom>
              <a:avLst/>
              <a:gdLst/>
              <a:ahLst/>
              <a:cxnLst/>
              <a:rect l="l" t="t" r="r" b="b"/>
              <a:pathLst>
                <a:path w="4646" h="2668" fill="none" extrusionOk="0">
                  <a:moveTo>
                    <a:pt x="4645" y="2667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5"/>
            <p:cNvSpPr/>
            <p:nvPr/>
          </p:nvSpPr>
          <p:spPr>
            <a:xfrm>
              <a:off x="6432125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5"/>
            <p:cNvSpPr/>
            <p:nvPr/>
          </p:nvSpPr>
          <p:spPr>
            <a:xfrm>
              <a:off x="6429650" y="1184250"/>
              <a:ext cx="115850" cy="66675"/>
            </a:xfrm>
            <a:custGeom>
              <a:avLst/>
              <a:gdLst/>
              <a:ahLst/>
              <a:cxnLst/>
              <a:rect l="l" t="t" r="r" b="b"/>
              <a:pathLst>
                <a:path w="4634" h="2667" fill="none" extrusionOk="0">
                  <a:moveTo>
                    <a:pt x="4633" y="0"/>
                  </a:moveTo>
                  <a:lnTo>
                    <a:pt x="1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6425050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79" y="0"/>
                  </a:moveTo>
                  <a:lnTo>
                    <a:pt x="0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5"/>
            <p:cNvSpPr/>
            <p:nvPr/>
          </p:nvSpPr>
          <p:spPr>
            <a:xfrm>
              <a:off x="6420125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5"/>
            <p:cNvSpPr/>
            <p:nvPr/>
          </p:nvSpPr>
          <p:spPr>
            <a:xfrm>
              <a:off x="6382050" y="1217425"/>
              <a:ext cx="80800" cy="80800"/>
            </a:xfrm>
            <a:custGeom>
              <a:avLst/>
              <a:gdLst/>
              <a:ahLst/>
              <a:cxnLst/>
              <a:rect l="l" t="t" r="r" b="b"/>
              <a:pathLst>
                <a:path w="3232" h="3232" extrusionOk="0">
                  <a:moveTo>
                    <a:pt x="1610" y="0"/>
                  </a:moveTo>
                  <a:cubicBezTo>
                    <a:pt x="725" y="0"/>
                    <a:pt x="0" y="725"/>
                    <a:pt x="0" y="1622"/>
                  </a:cubicBezTo>
                  <a:cubicBezTo>
                    <a:pt x="0" y="2519"/>
                    <a:pt x="725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4441550" y="1064750"/>
              <a:ext cx="386475" cy="386475"/>
            </a:xfrm>
            <a:custGeom>
              <a:avLst/>
              <a:gdLst/>
              <a:ahLst/>
              <a:cxnLst/>
              <a:rect l="l" t="t" r="r" b="b"/>
              <a:pathLst>
                <a:path w="15459" h="15459" extrusionOk="0">
                  <a:moveTo>
                    <a:pt x="7729" y="1"/>
                  </a:moveTo>
                  <a:cubicBezTo>
                    <a:pt x="3466" y="1"/>
                    <a:pt x="0" y="3453"/>
                    <a:pt x="0" y="7729"/>
                  </a:cubicBezTo>
                  <a:cubicBezTo>
                    <a:pt x="0" y="11993"/>
                    <a:pt x="3466" y="15458"/>
                    <a:pt x="7729" y="15458"/>
                  </a:cubicBezTo>
                  <a:cubicBezTo>
                    <a:pt x="12005" y="15458"/>
                    <a:pt x="15458" y="11993"/>
                    <a:pt x="15458" y="7729"/>
                  </a:cubicBezTo>
                  <a:cubicBezTo>
                    <a:pt x="15458" y="3453"/>
                    <a:pt x="12005" y="1"/>
                    <a:pt x="7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5"/>
            <p:cNvSpPr/>
            <p:nvPr/>
          </p:nvSpPr>
          <p:spPr>
            <a:xfrm>
              <a:off x="4487625" y="1110825"/>
              <a:ext cx="294300" cy="294300"/>
            </a:xfrm>
            <a:custGeom>
              <a:avLst/>
              <a:gdLst/>
              <a:ahLst/>
              <a:cxnLst/>
              <a:rect l="l" t="t" r="r" b="b"/>
              <a:pathLst>
                <a:path w="11772" h="11772" extrusionOk="0">
                  <a:moveTo>
                    <a:pt x="5886" y="1"/>
                  </a:moveTo>
                  <a:cubicBezTo>
                    <a:pt x="2642" y="1"/>
                    <a:pt x="1" y="2630"/>
                    <a:pt x="1" y="5886"/>
                  </a:cubicBezTo>
                  <a:cubicBezTo>
                    <a:pt x="1" y="9130"/>
                    <a:pt x="2642" y="11772"/>
                    <a:pt x="5886" y="11772"/>
                  </a:cubicBezTo>
                  <a:cubicBezTo>
                    <a:pt x="9142" y="11772"/>
                    <a:pt x="11772" y="9130"/>
                    <a:pt x="11772" y="5886"/>
                  </a:cubicBezTo>
                  <a:cubicBezTo>
                    <a:pt x="11772" y="2630"/>
                    <a:pt x="9142" y="1"/>
                    <a:pt x="5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5"/>
            <p:cNvSpPr/>
            <p:nvPr/>
          </p:nvSpPr>
          <p:spPr>
            <a:xfrm>
              <a:off x="4637225" y="1267500"/>
              <a:ext cx="25" cy="133950"/>
            </a:xfrm>
            <a:custGeom>
              <a:avLst/>
              <a:gdLst/>
              <a:ahLst/>
              <a:cxnLst/>
              <a:rect l="l" t="t" r="r" b="b"/>
              <a:pathLst>
                <a:path w="1" h="5358" fill="none" extrusionOk="0">
                  <a:moveTo>
                    <a:pt x="1" y="5358"/>
                  </a:moveTo>
                  <a:lnTo>
                    <a:pt x="1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5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rgbClr val="745B5E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5"/>
            <p:cNvSpPr/>
            <p:nvPr/>
          </p:nvSpPr>
          <p:spPr>
            <a:xfrm>
              <a:off x="4561050" y="11351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0"/>
                  </a:moveTo>
                  <a:lnTo>
                    <a:pt x="2679" y="4633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5"/>
            <p:cNvSpPr/>
            <p:nvPr/>
          </p:nvSpPr>
          <p:spPr>
            <a:xfrm>
              <a:off x="4509425" y="1188250"/>
              <a:ext cx="115850" cy="66975"/>
            </a:xfrm>
            <a:custGeom>
              <a:avLst/>
              <a:gdLst/>
              <a:ahLst/>
              <a:cxnLst/>
              <a:rect l="l" t="t" r="r" b="b"/>
              <a:pathLst>
                <a:path w="4634" h="2679" fill="none" extrusionOk="0">
                  <a:moveTo>
                    <a:pt x="1" y="0"/>
                  </a:moveTo>
                  <a:lnTo>
                    <a:pt x="4633" y="2679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5"/>
            <p:cNvSpPr/>
            <p:nvPr/>
          </p:nvSpPr>
          <p:spPr>
            <a:xfrm>
              <a:off x="4491625" y="1260425"/>
              <a:ext cx="133650" cy="25"/>
            </a:xfrm>
            <a:custGeom>
              <a:avLst/>
              <a:gdLst/>
              <a:ahLst/>
              <a:cxnLst/>
              <a:rect l="l" t="t" r="r" b="b"/>
              <a:pathLst>
                <a:path w="5346" h="1" fill="none" extrusionOk="0">
                  <a:moveTo>
                    <a:pt x="0" y="1"/>
                  </a:moveTo>
                  <a:lnTo>
                    <a:pt x="5345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5"/>
            <p:cNvSpPr/>
            <p:nvPr/>
          </p:nvSpPr>
          <p:spPr>
            <a:xfrm>
              <a:off x="4511900" y="1264725"/>
              <a:ext cx="115825" cy="67000"/>
            </a:xfrm>
            <a:custGeom>
              <a:avLst/>
              <a:gdLst/>
              <a:ahLst/>
              <a:cxnLst/>
              <a:rect l="l" t="t" r="r" b="b"/>
              <a:pathLst>
                <a:path w="4633" h="2680" fill="none" extrusionOk="0">
                  <a:moveTo>
                    <a:pt x="0" y="2679"/>
                  </a:moveTo>
                  <a:lnTo>
                    <a:pt x="4633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5"/>
            <p:cNvSpPr/>
            <p:nvPr/>
          </p:nvSpPr>
          <p:spPr>
            <a:xfrm>
              <a:off x="4565350" y="1267500"/>
              <a:ext cx="66975" cy="115825"/>
            </a:xfrm>
            <a:custGeom>
              <a:avLst/>
              <a:gdLst/>
              <a:ahLst/>
              <a:cxnLst/>
              <a:rect l="l" t="t" r="r" b="b"/>
              <a:pathLst>
                <a:path w="2679" h="4633" fill="none" extrusionOk="0">
                  <a:moveTo>
                    <a:pt x="0" y="4633"/>
                  </a:moveTo>
                  <a:lnTo>
                    <a:pt x="2679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5"/>
            <p:cNvSpPr/>
            <p:nvPr/>
          </p:nvSpPr>
          <p:spPr>
            <a:xfrm>
              <a:off x="4641825" y="1265025"/>
              <a:ext cx="67000" cy="115850"/>
            </a:xfrm>
            <a:custGeom>
              <a:avLst/>
              <a:gdLst/>
              <a:ahLst/>
              <a:cxnLst/>
              <a:rect l="l" t="t" r="r" b="b"/>
              <a:pathLst>
                <a:path w="2680" h="4634" fill="none" extrusionOk="0">
                  <a:moveTo>
                    <a:pt x="2680" y="4633"/>
                  </a:moveTo>
                  <a:lnTo>
                    <a:pt x="1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5"/>
            <p:cNvSpPr/>
            <p:nvPr/>
          </p:nvSpPr>
          <p:spPr>
            <a:xfrm>
              <a:off x="4644300" y="1260725"/>
              <a:ext cx="115825" cy="66700"/>
            </a:xfrm>
            <a:custGeom>
              <a:avLst/>
              <a:gdLst/>
              <a:ahLst/>
              <a:cxnLst/>
              <a:rect l="l" t="t" r="r" b="b"/>
              <a:pathLst>
                <a:path w="4633" h="2668" fill="none" extrusionOk="0">
                  <a:moveTo>
                    <a:pt x="4633" y="2667"/>
                  </a:moveTo>
                  <a:lnTo>
                    <a:pt x="0" y="1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5"/>
            <p:cNvSpPr/>
            <p:nvPr/>
          </p:nvSpPr>
          <p:spPr>
            <a:xfrm>
              <a:off x="4644600" y="1255525"/>
              <a:ext cx="133650" cy="0"/>
            </a:xfrm>
            <a:custGeom>
              <a:avLst/>
              <a:gdLst/>
              <a:ahLst/>
              <a:cxnLst/>
              <a:rect l="l" t="t" r="r" b="b"/>
              <a:pathLst>
                <a:path w="5346" fill="none" extrusionOk="0">
                  <a:moveTo>
                    <a:pt x="5345" y="0"/>
                  </a:moveTo>
                  <a:lnTo>
                    <a:pt x="0" y="0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5"/>
            <p:cNvSpPr/>
            <p:nvPr/>
          </p:nvSpPr>
          <p:spPr>
            <a:xfrm>
              <a:off x="4642150" y="1184250"/>
              <a:ext cx="115825" cy="66675"/>
            </a:xfrm>
            <a:custGeom>
              <a:avLst/>
              <a:gdLst/>
              <a:ahLst/>
              <a:cxnLst/>
              <a:rect l="l" t="t" r="r" b="b"/>
              <a:pathLst>
                <a:path w="4633" h="2667" fill="none" extrusionOk="0">
                  <a:moveTo>
                    <a:pt x="4633" y="0"/>
                  </a:moveTo>
                  <a:lnTo>
                    <a:pt x="0" y="2667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5"/>
            <p:cNvSpPr/>
            <p:nvPr/>
          </p:nvSpPr>
          <p:spPr>
            <a:xfrm>
              <a:off x="4637525" y="1132650"/>
              <a:ext cx="67000" cy="115825"/>
            </a:xfrm>
            <a:custGeom>
              <a:avLst/>
              <a:gdLst/>
              <a:ahLst/>
              <a:cxnLst/>
              <a:rect l="l" t="t" r="r" b="b"/>
              <a:pathLst>
                <a:path w="2680" h="4633" fill="none" extrusionOk="0">
                  <a:moveTo>
                    <a:pt x="2680" y="0"/>
                  </a:moveTo>
                  <a:lnTo>
                    <a:pt x="1" y="4632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5"/>
            <p:cNvSpPr/>
            <p:nvPr/>
          </p:nvSpPr>
          <p:spPr>
            <a:xfrm>
              <a:off x="4632300" y="1114525"/>
              <a:ext cx="25" cy="133650"/>
            </a:xfrm>
            <a:custGeom>
              <a:avLst/>
              <a:gdLst/>
              <a:ahLst/>
              <a:cxnLst/>
              <a:rect l="l" t="t" r="r" b="b"/>
              <a:pathLst>
                <a:path w="1" h="5346" fill="none" extrusionOk="0">
                  <a:moveTo>
                    <a:pt x="1" y="0"/>
                  </a:moveTo>
                  <a:lnTo>
                    <a:pt x="1" y="5345"/>
                  </a:lnTo>
                </a:path>
              </a:pathLst>
            </a:custGeom>
            <a:noFill/>
            <a:ln w="7675" cap="flat" cmpd="sng">
              <a:solidFill>
                <a:schemeClr val="accent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5"/>
            <p:cNvSpPr/>
            <p:nvPr/>
          </p:nvSpPr>
          <p:spPr>
            <a:xfrm>
              <a:off x="4594525" y="1217425"/>
              <a:ext cx="80825" cy="80800"/>
            </a:xfrm>
            <a:custGeom>
              <a:avLst/>
              <a:gdLst/>
              <a:ahLst/>
              <a:cxnLst/>
              <a:rect l="l" t="t" r="r" b="b"/>
              <a:pathLst>
                <a:path w="3233" h="3232" extrusionOk="0">
                  <a:moveTo>
                    <a:pt x="1610" y="0"/>
                  </a:moveTo>
                  <a:cubicBezTo>
                    <a:pt x="726" y="0"/>
                    <a:pt x="1" y="725"/>
                    <a:pt x="1" y="1622"/>
                  </a:cubicBezTo>
                  <a:cubicBezTo>
                    <a:pt x="1" y="2519"/>
                    <a:pt x="726" y="3232"/>
                    <a:pt x="1610" y="3232"/>
                  </a:cubicBezTo>
                  <a:cubicBezTo>
                    <a:pt x="2507" y="3232"/>
                    <a:pt x="3232" y="2519"/>
                    <a:pt x="3232" y="1622"/>
                  </a:cubicBezTo>
                  <a:cubicBezTo>
                    <a:pt x="3232" y="725"/>
                    <a:pt x="2507" y="0"/>
                    <a:pt x="1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5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1344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5"/>
            <p:cNvSpPr/>
            <p:nvPr/>
          </p:nvSpPr>
          <p:spPr>
            <a:xfrm>
              <a:off x="3682500" y="1037000"/>
              <a:ext cx="1675725" cy="186275"/>
            </a:xfrm>
            <a:custGeom>
              <a:avLst/>
              <a:gdLst/>
              <a:ahLst/>
              <a:cxnLst/>
              <a:rect l="l" t="t" r="r" b="b"/>
              <a:pathLst>
                <a:path w="67029" h="7451" extrusionOk="0">
                  <a:moveTo>
                    <a:pt x="16330" y="1"/>
                  </a:moveTo>
                  <a:cubicBezTo>
                    <a:pt x="6999" y="1"/>
                    <a:pt x="0" y="103"/>
                    <a:pt x="0" y="410"/>
                  </a:cubicBezTo>
                  <a:cubicBezTo>
                    <a:pt x="0" y="459"/>
                    <a:pt x="160" y="521"/>
                    <a:pt x="455" y="582"/>
                  </a:cubicBezTo>
                  <a:lnTo>
                    <a:pt x="62531" y="3986"/>
                  </a:lnTo>
                  <a:cubicBezTo>
                    <a:pt x="62531" y="3986"/>
                    <a:pt x="62568" y="5313"/>
                    <a:pt x="62605" y="7045"/>
                  </a:cubicBezTo>
                  <a:cubicBezTo>
                    <a:pt x="65382" y="7303"/>
                    <a:pt x="67028" y="7451"/>
                    <a:pt x="67028" y="7451"/>
                  </a:cubicBezTo>
                  <a:lnTo>
                    <a:pt x="62986" y="410"/>
                  </a:lnTo>
                  <a:cubicBezTo>
                    <a:pt x="62986" y="410"/>
                    <a:pt x="34992" y="1"/>
                    <a:pt x="163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5"/>
            <p:cNvSpPr/>
            <p:nvPr/>
          </p:nvSpPr>
          <p:spPr>
            <a:xfrm>
              <a:off x="3693850" y="1051550"/>
              <a:ext cx="1553775" cy="161600"/>
            </a:xfrm>
            <a:custGeom>
              <a:avLst/>
              <a:gdLst/>
              <a:ahLst/>
              <a:cxnLst/>
              <a:rect l="l" t="t" r="r" b="b"/>
              <a:pathLst>
                <a:path w="62151" h="6464" extrusionOk="0">
                  <a:moveTo>
                    <a:pt x="1" y="0"/>
                  </a:moveTo>
                  <a:lnTo>
                    <a:pt x="1" y="0"/>
                  </a:lnTo>
                  <a:cubicBezTo>
                    <a:pt x="4953" y="1118"/>
                    <a:pt x="48069" y="5161"/>
                    <a:pt x="62151" y="6463"/>
                  </a:cubicBezTo>
                  <a:cubicBezTo>
                    <a:pt x="62114" y="4731"/>
                    <a:pt x="62077" y="3416"/>
                    <a:pt x="62077" y="34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5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lnTo>
                    <a:pt x="0" y="7451"/>
                  </a:lnTo>
                  <a:cubicBezTo>
                    <a:pt x="0" y="7451"/>
                    <a:pt x="67028" y="1344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5"/>
            <p:cNvSpPr/>
            <p:nvPr/>
          </p:nvSpPr>
          <p:spPr>
            <a:xfrm>
              <a:off x="5704400" y="1037000"/>
              <a:ext cx="1675700" cy="186275"/>
            </a:xfrm>
            <a:custGeom>
              <a:avLst/>
              <a:gdLst/>
              <a:ahLst/>
              <a:cxnLst/>
              <a:rect l="l" t="t" r="r" b="b"/>
              <a:pathLst>
                <a:path w="67028" h="7451" extrusionOk="0">
                  <a:moveTo>
                    <a:pt x="50695" y="1"/>
                  </a:moveTo>
                  <a:cubicBezTo>
                    <a:pt x="32029" y="1"/>
                    <a:pt x="4030" y="410"/>
                    <a:pt x="4030" y="410"/>
                  </a:cubicBezTo>
                  <a:lnTo>
                    <a:pt x="0" y="7451"/>
                  </a:lnTo>
                  <a:cubicBezTo>
                    <a:pt x="0" y="7451"/>
                    <a:pt x="1647" y="7303"/>
                    <a:pt x="4424" y="7045"/>
                  </a:cubicBezTo>
                  <a:cubicBezTo>
                    <a:pt x="4460" y="5313"/>
                    <a:pt x="4497" y="3986"/>
                    <a:pt x="4497" y="3986"/>
                  </a:cubicBezTo>
                  <a:lnTo>
                    <a:pt x="66561" y="582"/>
                  </a:lnTo>
                  <a:cubicBezTo>
                    <a:pt x="66868" y="521"/>
                    <a:pt x="67028" y="459"/>
                    <a:pt x="67028" y="410"/>
                  </a:cubicBezTo>
                  <a:cubicBezTo>
                    <a:pt x="67028" y="103"/>
                    <a:pt x="60028" y="1"/>
                    <a:pt x="506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5"/>
            <p:cNvSpPr/>
            <p:nvPr/>
          </p:nvSpPr>
          <p:spPr>
            <a:xfrm>
              <a:off x="5814975" y="1051550"/>
              <a:ext cx="1553475" cy="161600"/>
            </a:xfrm>
            <a:custGeom>
              <a:avLst/>
              <a:gdLst/>
              <a:ahLst/>
              <a:cxnLst/>
              <a:rect l="l" t="t" r="r" b="b"/>
              <a:pathLst>
                <a:path w="62139" h="6464" extrusionOk="0">
                  <a:moveTo>
                    <a:pt x="62138" y="0"/>
                  </a:moveTo>
                  <a:lnTo>
                    <a:pt x="74" y="3416"/>
                  </a:lnTo>
                  <a:cubicBezTo>
                    <a:pt x="74" y="3416"/>
                    <a:pt x="25" y="4731"/>
                    <a:pt x="1" y="6463"/>
                  </a:cubicBezTo>
                  <a:cubicBezTo>
                    <a:pt x="14070" y="5161"/>
                    <a:pt x="57186" y="1118"/>
                    <a:pt x="62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5"/>
            <p:cNvSpPr/>
            <p:nvPr/>
          </p:nvSpPr>
          <p:spPr>
            <a:xfrm>
              <a:off x="4826150" y="659375"/>
              <a:ext cx="593200" cy="208800"/>
            </a:xfrm>
            <a:custGeom>
              <a:avLst/>
              <a:gdLst/>
              <a:ahLst/>
              <a:cxnLst/>
              <a:rect l="l" t="t" r="r" b="b"/>
              <a:pathLst>
                <a:path w="23728" h="8352" extrusionOk="0">
                  <a:moveTo>
                    <a:pt x="150" y="0"/>
                  </a:moveTo>
                  <a:cubicBezTo>
                    <a:pt x="94" y="0"/>
                    <a:pt x="64" y="7"/>
                    <a:pt x="62" y="21"/>
                  </a:cubicBezTo>
                  <a:cubicBezTo>
                    <a:pt x="0" y="414"/>
                    <a:pt x="23727" y="8352"/>
                    <a:pt x="23727" y="8352"/>
                  </a:cubicBezTo>
                  <a:lnTo>
                    <a:pt x="22744" y="5022"/>
                  </a:lnTo>
                  <a:cubicBezTo>
                    <a:pt x="22744" y="5022"/>
                    <a:pt x="168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5"/>
            <p:cNvSpPr/>
            <p:nvPr/>
          </p:nvSpPr>
          <p:spPr>
            <a:xfrm>
              <a:off x="5637125" y="659375"/>
              <a:ext cx="593500" cy="208800"/>
            </a:xfrm>
            <a:custGeom>
              <a:avLst/>
              <a:gdLst/>
              <a:ahLst/>
              <a:cxnLst/>
              <a:rect l="l" t="t" r="r" b="b"/>
              <a:pathLst>
                <a:path w="23740" h="8352" extrusionOk="0">
                  <a:moveTo>
                    <a:pt x="23590" y="0"/>
                  </a:moveTo>
                  <a:cubicBezTo>
                    <a:pt x="22054" y="0"/>
                    <a:pt x="995" y="5022"/>
                    <a:pt x="995" y="5022"/>
                  </a:cubicBezTo>
                  <a:lnTo>
                    <a:pt x="0" y="8352"/>
                  </a:lnTo>
                  <a:lnTo>
                    <a:pt x="0" y="8352"/>
                  </a:lnTo>
                  <a:cubicBezTo>
                    <a:pt x="0" y="8352"/>
                    <a:pt x="23739" y="414"/>
                    <a:pt x="23678" y="21"/>
                  </a:cubicBezTo>
                  <a:cubicBezTo>
                    <a:pt x="23676" y="7"/>
                    <a:pt x="23646" y="0"/>
                    <a:pt x="23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5435900" y="238200"/>
              <a:ext cx="184650" cy="487450"/>
            </a:xfrm>
            <a:custGeom>
              <a:avLst/>
              <a:gdLst/>
              <a:ahLst/>
              <a:cxnLst/>
              <a:rect l="l" t="t" r="r" b="b"/>
              <a:pathLst>
                <a:path w="7386" h="19498" extrusionOk="0">
                  <a:moveTo>
                    <a:pt x="3699" y="0"/>
                  </a:moveTo>
                  <a:cubicBezTo>
                    <a:pt x="3358" y="0"/>
                    <a:pt x="3017" y="212"/>
                    <a:pt x="2950" y="636"/>
                  </a:cubicBezTo>
                  <a:lnTo>
                    <a:pt x="1856" y="7664"/>
                  </a:lnTo>
                  <a:lnTo>
                    <a:pt x="1" y="19497"/>
                  </a:lnTo>
                  <a:lnTo>
                    <a:pt x="7386" y="19497"/>
                  </a:lnTo>
                  <a:lnTo>
                    <a:pt x="5543" y="7664"/>
                  </a:lnTo>
                  <a:lnTo>
                    <a:pt x="4449" y="636"/>
                  </a:lnTo>
                  <a:cubicBezTo>
                    <a:pt x="4381" y="212"/>
                    <a:pt x="4040" y="0"/>
                    <a:pt x="3699" y="0"/>
                  </a:cubicBezTo>
                  <a:close/>
                </a:path>
              </a:pathLst>
            </a:custGeom>
            <a:solidFill>
              <a:srgbClr val="DECE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5522525" y="238150"/>
              <a:ext cx="98025" cy="487500"/>
            </a:xfrm>
            <a:custGeom>
              <a:avLst/>
              <a:gdLst/>
              <a:ahLst/>
              <a:cxnLst/>
              <a:rect l="l" t="t" r="r" b="b"/>
              <a:pathLst>
                <a:path w="3921" h="19500" extrusionOk="0">
                  <a:moveTo>
                    <a:pt x="240" y="1"/>
                  </a:moveTo>
                  <a:cubicBezTo>
                    <a:pt x="159" y="1"/>
                    <a:pt x="79" y="12"/>
                    <a:pt x="1" y="36"/>
                  </a:cubicBezTo>
                  <a:lnTo>
                    <a:pt x="1" y="19499"/>
                  </a:lnTo>
                  <a:lnTo>
                    <a:pt x="3921" y="19499"/>
                  </a:lnTo>
                  <a:lnTo>
                    <a:pt x="2078" y="7666"/>
                  </a:lnTo>
                  <a:lnTo>
                    <a:pt x="984" y="638"/>
                  </a:lnTo>
                  <a:cubicBezTo>
                    <a:pt x="914" y="211"/>
                    <a:pt x="580" y="1"/>
                    <a:pt x="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5435900" y="239025"/>
              <a:ext cx="86650" cy="486625"/>
            </a:xfrm>
            <a:custGeom>
              <a:avLst/>
              <a:gdLst/>
              <a:ahLst/>
              <a:cxnLst/>
              <a:rect l="l" t="t" r="r" b="b"/>
              <a:pathLst>
                <a:path w="3466" h="19465" extrusionOk="0">
                  <a:moveTo>
                    <a:pt x="3466" y="1"/>
                  </a:moveTo>
                  <a:cubicBezTo>
                    <a:pt x="3208" y="75"/>
                    <a:pt x="2999" y="271"/>
                    <a:pt x="2950" y="603"/>
                  </a:cubicBezTo>
                  <a:lnTo>
                    <a:pt x="1856" y="7631"/>
                  </a:lnTo>
                  <a:lnTo>
                    <a:pt x="1" y="19464"/>
                  </a:lnTo>
                  <a:lnTo>
                    <a:pt x="3466" y="1946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5516700" y="1445350"/>
              <a:ext cx="23075" cy="101100"/>
            </a:xfrm>
            <a:custGeom>
              <a:avLst/>
              <a:gdLst/>
              <a:ahLst/>
              <a:cxnLst/>
              <a:rect l="l" t="t" r="r" b="b"/>
              <a:pathLst>
                <a:path w="923" h="4044" extrusionOk="0">
                  <a:moveTo>
                    <a:pt x="0" y="1"/>
                  </a:moveTo>
                  <a:lnTo>
                    <a:pt x="0" y="4043"/>
                  </a:lnTo>
                  <a:lnTo>
                    <a:pt x="922" y="4043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5293075" y="1335700"/>
              <a:ext cx="470325" cy="129950"/>
            </a:xfrm>
            <a:custGeom>
              <a:avLst/>
              <a:gdLst/>
              <a:ahLst/>
              <a:cxnLst/>
              <a:rect l="l" t="t" r="r" b="b"/>
              <a:pathLst>
                <a:path w="18813" h="5198" extrusionOk="0">
                  <a:moveTo>
                    <a:pt x="578" y="0"/>
                  </a:moveTo>
                  <a:cubicBezTo>
                    <a:pt x="258" y="0"/>
                    <a:pt x="0" y="258"/>
                    <a:pt x="0" y="578"/>
                  </a:cubicBezTo>
                  <a:lnTo>
                    <a:pt x="0" y="2630"/>
                  </a:lnTo>
                  <a:cubicBezTo>
                    <a:pt x="0" y="4043"/>
                    <a:pt x="1155" y="5198"/>
                    <a:pt x="2581" y="5198"/>
                  </a:cubicBezTo>
                  <a:lnTo>
                    <a:pt x="16244" y="5198"/>
                  </a:lnTo>
                  <a:cubicBezTo>
                    <a:pt x="17657" y="5198"/>
                    <a:pt x="18812" y="4043"/>
                    <a:pt x="18812" y="2630"/>
                  </a:cubicBezTo>
                  <a:lnTo>
                    <a:pt x="18812" y="578"/>
                  </a:lnTo>
                  <a:cubicBezTo>
                    <a:pt x="18812" y="258"/>
                    <a:pt x="18554" y="0"/>
                    <a:pt x="18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5"/>
            <p:cNvSpPr/>
            <p:nvPr/>
          </p:nvSpPr>
          <p:spPr>
            <a:xfrm>
              <a:off x="5151750" y="668175"/>
              <a:ext cx="752950" cy="752625"/>
            </a:xfrm>
            <a:custGeom>
              <a:avLst/>
              <a:gdLst/>
              <a:ahLst/>
              <a:cxnLst/>
              <a:rect l="l" t="t" r="r" b="b"/>
              <a:pathLst>
                <a:path w="30118" h="30105" extrusionOk="0">
                  <a:moveTo>
                    <a:pt x="15065" y="0"/>
                  </a:moveTo>
                  <a:cubicBezTo>
                    <a:pt x="6747" y="0"/>
                    <a:pt x="1" y="6734"/>
                    <a:pt x="1" y="15053"/>
                  </a:cubicBezTo>
                  <a:cubicBezTo>
                    <a:pt x="1" y="23371"/>
                    <a:pt x="6747" y="30105"/>
                    <a:pt x="15065" y="30105"/>
                  </a:cubicBezTo>
                  <a:cubicBezTo>
                    <a:pt x="23384" y="30105"/>
                    <a:pt x="30117" y="23371"/>
                    <a:pt x="30117" y="15053"/>
                  </a:cubicBezTo>
                  <a:cubicBezTo>
                    <a:pt x="30117" y="6734"/>
                    <a:pt x="23384" y="0"/>
                    <a:pt x="150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5"/>
            <p:cNvSpPr/>
            <p:nvPr/>
          </p:nvSpPr>
          <p:spPr>
            <a:xfrm>
              <a:off x="5450350" y="1508025"/>
              <a:ext cx="69450" cy="132425"/>
            </a:xfrm>
            <a:custGeom>
              <a:avLst/>
              <a:gdLst/>
              <a:ahLst/>
              <a:cxnLst/>
              <a:rect l="l" t="t" r="r" b="b"/>
              <a:pathLst>
                <a:path w="2778" h="5297" extrusionOk="0">
                  <a:moveTo>
                    <a:pt x="836" y="0"/>
                  </a:moveTo>
                  <a:cubicBezTo>
                    <a:pt x="381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81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77" y="4915"/>
                    <a:pt x="2777" y="4461"/>
                  </a:cubicBezTo>
                  <a:lnTo>
                    <a:pt x="2777" y="848"/>
                  </a:lnTo>
                  <a:cubicBezTo>
                    <a:pt x="2777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>
              <a:off x="5536975" y="1508025"/>
              <a:ext cx="69150" cy="132425"/>
            </a:xfrm>
            <a:custGeom>
              <a:avLst/>
              <a:gdLst/>
              <a:ahLst/>
              <a:cxnLst/>
              <a:rect l="l" t="t" r="r" b="b"/>
              <a:pathLst>
                <a:path w="2766" h="5297" extrusionOk="0">
                  <a:moveTo>
                    <a:pt x="836" y="0"/>
                  </a:moveTo>
                  <a:cubicBezTo>
                    <a:pt x="369" y="0"/>
                    <a:pt x="0" y="381"/>
                    <a:pt x="0" y="848"/>
                  </a:cubicBezTo>
                  <a:lnTo>
                    <a:pt x="0" y="4461"/>
                  </a:lnTo>
                  <a:cubicBezTo>
                    <a:pt x="0" y="4915"/>
                    <a:pt x="369" y="5296"/>
                    <a:pt x="836" y="5296"/>
                  </a:cubicBezTo>
                  <a:lnTo>
                    <a:pt x="1930" y="5296"/>
                  </a:lnTo>
                  <a:cubicBezTo>
                    <a:pt x="2396" y="5296"/>
                    <a:pt x="2765" y="4915"/>
                    <a:pt x="2765" y="4461"/>
                  </a:cubicBezTo>
                  <a:lnTo>
                    <a:pt x="2765" y="848"/>
                  </a:lnTo>
                  <a:cubicBezTo>
                    <a:pt x="2765" y="381"/>
                    <a:pt x="2396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>
              <a:off x="5240225" y="836500"/>
              <a:ext cx="576300" cy="149025"/>
            </a:xfrm>
            <a:custGeom>
              <a:avLst/>
              <a:gdLst/>
              <a:ahLst/>
              <a:cxnLst/>
              <a:rect l="l" t="t" r="r" b="b"/>
              <a:pathLst>
                <a:path w="23052" h="5961" extrusionOk="0">
                  <a:moveTo>
                    <a:pt x="2741" y="1"/>
                  </a:moveTo>
                  <a:lnTo>
                    <a:pt x="1" y="3970"/>
                  </a:lnTo>
                  <a:lnTo>
                    <a:pt x="11526" y="5960"/>
                  </a:lnTo>
                  <a:lnTo>
                    <a:pt x="23052" y="3970"/>
                  </a:lnTo>
                  <a:lnTo>
                    <a:pt x="20300" y="1"/>
                  </a:lnTo>
                  <a:lnTo>
                    <a:pt x="11526" y="1549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87C7E5-CB88-48D7-FE5E-4AB5E0833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5491" y="3256131"/>
            <a:ext cx="457200" cy="4572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D953D8-98D0-EAEB-34ED-815952941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202" y="3256131"/>
            <a:ext cx="457200" cy="457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798835-9CF8-EB47-8512-D02693161CA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382" t="37575" r="81090" b="37718"/>
          <a:stretch/>
        </p:blipFill>
        <p:spPr>
          <a:xfrm>
            <a:off x="567202" y="1670333"/>
            <a:ext cx="457200" cy="5566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666279-C92B-B6A5-C0F5-B419842DC4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5491" y="172007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60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1"/>
          <p:cNvSpPr txBox="1">
            <a:spLocks noGrp="1"/>
          </p:cNvSpPr>
          <p:nvPr>
            <p:ph type="title"/>
          </p:nvPr>
        </p:nvSpPr>
        <p:spPr>
          <a:xfrm>
            <a:off x="317546" y="1366235"/>
            <a:ext cx="5442508" cy="2377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Реализация системы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5" name="Google Shape;895;p31"/>
          <p:cNvSpPr txBox="1">
            <a:spLocks noGrp="1"/>
          </p:cNvSpPr>
          <p:nvPr>
            <p:ph type="title" idx="2"/>
          </p:nvPr>
        </p:nvSpPr>
        <p:spPr>
          <a:xfrm>
            <a:off x="722375" y="539488"/>
            <a:ext cx="11931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3</a:t>
            </a:r>
            <a:endParaRPr dirty="0"/>
          </a:p>
        </p:txBody>
      </p:sp>
      <p:grpSp>
        <p:nvGrpSpPr>
          <p:cNvPr id="35" name="Google Shape;1580;p37">
            <a:extLst>
              <a:ext uri="{FF2B5EF4-FFF2-40B4-BE49-F238E27FC236}">
                <a16:creationId xmlns:a16="http://schemas.microsoft.com/office/drawing/2014/main" id="{42E0E0AA-2C33-3EF2-476D-0BF19ABCA1A6}"/>
              </a:ext>
            </a:extLst>
          </p:cNvPr>
          <p:cNvGrpSpPr/>
          <p:nvPr/>
        </p:nvGrpSpPr>
        <p:grpSpPr>
          <a:xfrm>
            <a:off x="6025132" y="1928388"/>
            <a:ext cx="1519755" cy="2716814"/>
            <a:chOff x="6884250" y="2260350"/>
            <a:chExt cx="489675" cy="875375"/>
          </a:xfrm>
        </p:grpSpPr>
        <p:sp>
          <p:nvSpPr>
            <p:cNvPr id="36" name="Google Shape;1581;p37">
              <a:extLst>
                <a:ext uri="{FF2B5EF4-FFF2-40B4-BE49-F238E27FC236}">
                  <a16:creationId xmlns:a16="http://schemas.microsoft.com/office/drawing/2014/main" id="{4F0DAE43-001A-97D0-49C9-86A570116471}"/>
                </a:ext>
              </a:extLst>
            </p:cNvPr>
            <p:cNvSpPr/>
            <p:nvPr/>
          </p:nvSpPr>
          <p:spPr>
            <a:xfrm>
              <a:off x="7116825" y="2260350"/>
              <a:ext cx="196600" cy="126225"/>
            </a:xfrm>
            <a:custGeom>
              <a:avLst/>
              <a:gdLst/>
              <a:ahLst/>
              <a:cxnLst/>
              <a:rect l="l" t="t" r="r" b="b"/>
              <a:pathLst>
                <a:path w="7864" h="5049" extrusionOk="0">
                  <a:moveTo>
                    <a:pt x="4999" y="0"/>
                  </a:moveTo>
                  <a:cubicBezTo>
                    <a:pt x="4619" y="0"/>
                    <a:pt x="4236" y="280"/>
                    <a:pt x="4246" y="649"/>
                  </a:cubicBezTo>
                  <a:cubicBezTo>
                    <a:pt x="4138" y="287"/>
                    <a:pt x="3760" y="21"/>
                    <a:pt x="3376" y="21"/>
                  </a:cubicBezTo>
                  <a:cubicBezTo>
                    <a:pt x="3329" y="21"/>
                    <a:pt x="3281" y="25"/>
                    <a:pt x="3234" y="33"/>
                  </a:cubicBezTo>
                  <a:cubicBezTo>
                    <a:pt x="2805" y="110"/>
                    <a:pt x="2475" y="539"/>
                    <a:pt x="2497" y="979"/>
                  </a:cubicBezTo>
                  <a:cubicBezTo>
                    <a:pt x="2338" y="767"/>
                    <a:pt x="2070" y="655"/>
                    <a:pt x="1806" y="655"/>
                  </a:cubicBezTo>
                  <a:cubicBezTo>
                    <a:pt x="1632" y="655"/>
                    <a:pt x="1460" y="703"/>
                    <a:pt x="1320" y="803"/>
                  </a:cubicBezTo>
                  <a:cubicBezTo>
                    <a:pt x="958" y="1056"/>
                    <a:pt x="848" y="1606"/>
                    <a:pt x="1089" y="1980"/>
                  </a:cubicBezTo>
                  <a:cubicBezTo>
                    <a:pt x="998" y="1863"/>
                    <a:pt x="861" y="1811"/>
                    <a:pt x="718" y="1811"/>
                  </a:cubicBezTo>
                  <a:cubicBezTo>
                    <a:pt x="499" y="1811"/>
                    <a:pt x="266" y="1934"/>
                    <a:pt x="166" y="2134"/>
                  </a:cubicBezTo>
                  <a:cubicBezTo>
                    <a:pt x="1" y="2475"/>
                    <a:pt x="144" y="2893"/>
                    <a:pt x="408" y="3157"/>
                  </a:cubicBezTo>
                  <a:cubicBezTo>
                    <a:pt x="628" y="3366"/>
                    <a:pt x="925" y="3498"/>
                    <a:pt x="1232" y="3520"/>
                  </a:cubicBezTo>
                  <a:lnTo>
                    <a:pt x="6775" y="5048"/>
                  </a:lnTo>
                  <a:cubicBezTo>
                    <a:pt x="7138" y="4465"/>
                    <a:pt x="7512" y="3882"/>
                    <a:pt x="7688" y="3223"/>
                  </a:cubicBezTo>
                  <a:cubicBezTo>
                    <a:pt x="7864" y="2563"/>
                    <a:pt x="7820" y="1815"/>
                    <a:pt x="7413" y="1265"/>
                  </a:cubicBezTo>
                  <a:cubicBezTo>
                    <a:pt x="7248" y="1045"/>
                    <a:pt x="7017" y="858"/>
                    <a:pt x="6753" y="792"/>
                  </a:cubicBezTo>
                  <a:cubicBezTo>
                    <a:pt x="6677" y="770"/>
                    <a:pt x="6597" y="759"/>
                    <a:pt x="6518" y="759"/>
                  </a:cubicBezTo>
                  <a:cubicBezTo>
                    <a:pt x="6321" y="759"/>
                    <a:pt x="6124" y="827"/>
                    <a:pt x="5983" y="968"/>
                  </a:cubicBezTo>
                  <a:cubicBezTo>
                    <a:pt x="5873" y="539"/>
                    <a:pt x="5598" y="132"/>
                    <a:pt x="5180" y="23"/>
                  </a:cubicBezTo>
                  <a:cubicBezTo>
                    <a:pt x="5121" y="7"/>
                    <a:pt x="5060" y="0"/>
                    <a:pt x="4999" y="0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82;p37">
              <a:extLst>
                <a:ext uri="{FF2B5EF4-FFF2-40B4-BE49-F238E27FC236}">
                  <a16:creationId xmlns:a16="http://schemas.microsoft.com/office/drawing/2014/main" id="{16D06666-F5B4-5A60-3D7E-39A633EC7658}"/>
                </a:ext>
              </a:extLst>
            </p:cNvPr>
            <p:cNvSpPr/>
            <p:nvPr/>
          </p:nvSpPr>
          <p:spPr>
            <a:xfrm>
              <a:off x="6960400" y="2807725"/>
              <a:ext cx="6900" cy="28075"/>
            </a:xfrm>
            <a:custGeom>
              <a:avLst/>
              <a:gdLst/>
              <a:ahLst/>
              <a:cxnLst/>
              <a:rect l="l" t="t" r="r" b="b"/>
              <a:pathLst>
                <a:path w="276" h="1123" extrusionOk="0">
                  <a:moveTo>
                    <a:pt x="0" y="1"/>
                  </a:moveTo>
                  <a:lnTo>
                    <a:pt x="0" y="1122"/>
                  </a:lnTo>
                  <a:lnTo>
                    <a:pt x="275" y="1122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83;p37">
              <a:extLst>
                <a:ext uri="{FF2B5EF4-FFF2-40B4-BE49-F238E27FC236}">
                  <a16:creationId xmlns:a16="http://schemas.microsoft.com/office/drawing/2014/main" id="{41EABEB3-2B32-EBD1-6229-20492CCEE204}"/>
                </a:ext>
              </a:extLst>
            </p:cNvPr>
            <p:cNvSpPr/>
            <p:nvPr/>
          </p:nvSpPr>
          <p:spPr>
            <a:xfrm>
              <a:off x="7001625" y="2807725"/>
              <a:ext cx="6900" cy="28075"/>
            </a:xfrm>
            <a:custGeom>
              <a:avLst/>
              <a:gdLst/>
              <a:ahLst/>
              <a:cxnLst/>
              <a:rect l="l" t="t" r="r" b="b"/>
              <a:pathLst>
                <a:path w="276" h="1123" extrusionOk="0">
                  <a:moveTo>
                    <a:pt x="1" y="1"/>
                  </a:moveTo>
                  <a:lnTo>
                    <a:pt x="1" y="1122"/>
                  </a:lnTo>
                  <a:lnTo>
                    <a:pt x="276" y="1122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84;p37">
              <a:extLst>
                <a:ext uri="{FF2B5EF4-FFF2-40B4-BE49-F238E27FC236}">
                  <a16:creationId xmlns:a16="http://schemas.microsoft.com/office/drawing/2014/main" id="{8E23DD9B-2E2B-105E-C713-C55AECF4325E}"/>
                </a:ext>
              </a:extLst>
            </p:cNvPr>
            <p:cNvSpPr/>
            <p:nvPr/>
          </p:nvSpPr>
          <p:spPr>
            <a:xfrm>
              <a:off x="6923000" y="3098325"/>
              <a:ext cx="18725" cy="37400"/>
            </a:xfrm>
            <a:custGeom>
              <a:avLst/>
              <a:gdLst/>
              <a:ahLst/>
              <a:cxnLst/>
              <a:rect l="l" t="t" r="r" b="b"/>
              <a:pathLst>
                <a:path w="749" h="1496" extrusionOk="0">
                  <a:moveTo>
                    <a:pt x="375" y="0"/>
                  </a:moveTo>
                  <a:cubicBezTo>
                    <a:pt x="166" y="0"/>
                    <a:pt x="1" y="165"/>
                    <a:pt x="1" y="374"/>
                  </a:cubicBezTo>
                  <a:lnTo>
                    <a:pt x="1" y="1122"/>
                  </a:lnTo>
                  <a:cubicBezTo>
                    <a:pt x="1" y="1331"/>
                    <a:pt x="166" y="1496"/>
                    <a:pt x="375" y="1496"/>
                  </a:cubicBezTo>
                  <a:cubicBezTo>
                    <a:pt x="584" y="1496"/>
                    <a:pt x="749" y="1331"/>
                    <a:pt x="749" y="1122"/>
                  </a:cubicBezTo>
                  <a:lnTo>
                    <a:pt x="749" y="374"/>
                  </a:lnTo>
                  <a:cubicBezTo>
                    <a:pt x="749" y="165"/>
                    <a:pt x="584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85;p37">
              <a:extLst>
                <a:ext uri="{FF2B5EF4-FFF2-40B4-BE49-F238E27FC236}">
                  <a16:creationId xmlns:a16="http://schemas.microsoft.com/office/drawing/2014/main" id="{FB8740F3-24E6-5425-2D4C-38E0B4D42AE6}"/>
                </a:ext>
              </a:extLst>
            </p:cNvPr>
            <p:cNvSpPr/>
            <p:nvPr/>
          </p:nvSpPr>
          <p:spPr>
            <a:xfrm>
              <a:off x="7027200" y="3098325"/>
              <a:ext cx="19000" cy="37400"/>
            </a:xfrm>
            <a:custGeom>
              <a:avLst/>
              <a:gdLst/>
              <a:ahLst/>
              <a:cxnLst/>
              <a:rect l="l" t="t" r="r" b="b"/>
              <a:pathLst>
                <a:path w="760" h="1496" extrusionOk="0">
                  <a:moveTo>
                    <a:pt x="386" y="0"/>
                  </a:moveTo>
                  <a:cubicBezTo>
                    <a:pt x="177" y="0"/>
                    <a:pt x="1" y="165"/>
                    <a:pt x="1" y="374"/>
                  </a:cubicBezTo>
                  <a:lnTo>
                    <a:pt x="1" y="1122"/>
                  </a:lnTo>
                  <a:cubicBezTo>
                    <a:pt x="1" y="1331"/>
                    <a:pt x="177" y="1496"/>
                    <a:pt x="386" y="1496"/>
                  </a:cubicBezTo>
                  <a:cubicBezTo>
                    <a:pt x="584" y="1496"/>
                    <a:pt x="759" y="1331"/>
                    <a:pt x="759" y="1122"/>
                  </a:cubicBezTo>
                  <a:lnTo>
                    <a:pt x="759" y="374"/>
                  </a:lnTo>
                  <a:cubicBezTo>
                    <a:pt x="759" y="165"/>
                    <a:pt x="584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86;p37">
              <a:extLst>
                <a:ext uri="{FF2B5EF4-FFF2-40B4-BE49-F238E27FC236}">
                  <a16:creationId xmlns:a16="http://schemas.microsoft.com/office/drawing/2014/main" id="{FD50AA95-E1B2-6DE6-1939-347F4C0B445B}"/>
                </a:ext>
              </a:extLst>
            </p:cNvPr>
            <p:cNvSpPr/>
            <p:nvPr/>
          </p:nvSpPr>
          <p:spPr>
            <a:xfrm>
              <a:off x="6884250" y="2828350"/>
              <a:ext cx="200450" cy="284850"/>
            </a:xfrm>
            <a:custGeom>
              <a:avLst/>
              <a:gdLst/>
              <a:ahLst/>
              <a:cxnLst/>
              <a:rect l="l" t="t" r="r" b="b"/>
              <a:pathLst>
                <a:path w="8018" h="11394" extrusionOk="0">
                  <a:moveTo>
                    <a:pt x="0" y="0"/>
                  </a:moveTo>
                  <a:lnTo>
                    <a:pt x="0" y="11393"/>
                  </a:lnTo>
                  <a:lnTo>
                    <a:pt x="8017" y="11393"/>
                  </a:lnTo>
                  <a:lnTo>
                    <a:pt x="80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87;p37">
              <a:extLst>
                <a:ext uri="{FF2B5EF4-FFF2-40B4-BE49-F238E27FC236}">
                  <a16:creationId xmlns:a16="http://schemas.microsoft.com/office/drawing/2014/main" id="{F595C030-FB3D-476E-7308-4CD48A400477}"/>
                </a:ext>
              </a:extLst>
            </p:cNvPr>
            <p:cNvSpPr/>
            <p:nvPr/>
          </p:nvSpPr>
          <p:spPr>
            <a:xfrm>
              <a:off x="6931525" y="2875350"/>
              <a:ext cx="5250" cy="199075"/>
            </a:xfrm>
            <a:custGeom>
              <a:avLst/>
              <a:gdLst/>
              <a:ahLst/>
              <a:cxnLst/>
              <a:rect l="l" t="t" r="r" b="b"/>
              <a:pathLst>
                <a:path w="210" h="7963" extrusionOk="0">
                  <a:moveTo>
                    <a:pt x="111" y="1"/>
                  </a:moveTo>
                  <a:cubicBezTo>
                    <a:pt x="56" y="1"/>
                    <a:pt x="1" y="56"/>
                    <a:pt x="1" y="111"/>
                  </a:cubicBezTo>
                  <a:lnTo>
                    <a:pt x="1" y="7853"/>
                  </a:lnTo>
                  <a:cubicBezTo>
                    <a:pt x="1" y="7908"/>
                    <a:pt x="56" y="7963"/>
                    <a:pt x="111" y="7963"/>
                  </a:cubicBezTo>
                  <a:cubicBezTo>
                    <a:pt x="166" y="7963"/>
                    <a:pt x="210" y="7908"/>
                    <a:pt x="210" y="7853"/>
                  </a:cubicBezTo>
                  <a:lnTo>
                    <a:pt x="210" y="111"/>
                  </a:lnTo>
                  <a:cubicBezTo>
                    <a:pt x="210" y="56"/>
                    <a:pt x="166" y="1"/>
                    <a:pt x="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88;p37">
              <a:extLst>
                <a:ext uri="{FF2B5EF4-FFF2-40B4-BE49-F238E27FC236}">
                  <a16:creationId xmlns:a16="http://schemas.microsoft.com/office/drawing/2014/main" id="{24D97112-DA0F-9E95-11EC-4A7F49953C4F}"/>
                </a:ext>
              </a:extLst>
            </p:cNvPr>
            <p:cNvSpPr/>
            <p:nvPr/>
          </p:nvSpPr>
          <p:spPr>
            <a:xfrm>
              <a:off x="6981850" y="2875350"/>
              <a:ext cx="5250" cy="199075"/>
            </a:xfrm>
            <a:custGeom>
              <a:avLst/>
              <a:gdLst/>
              <a:ahLst/>
              <a:cxnLst/>
              <a:rect l="l" t="t" r="r" b="b"/>
              <a:pathLst>
                <a:path w="210" h="7963" extrusionOk="0">
                  <a:moveTo>
                    <a:pt x="110" y="1"/>
                  </a:moveTo>
                  <a:cubicBezTo>
                    <a:pt x="44" y="1"/>
                    <a:pt x="0" y="56"/>
                    <a:pt x="0" y="111"/>
                  </a:cubicBezTo>
                  <a:lnTo>
                    <a:pt x="0" y="7853"/>
                  </a:lnTo>
                  <a:cubicBezTo>
                    <a:pt x="0" y="7908"/>
                    <a:pt x="44" y="7963"/>
                    <a:pt x="110" y="7963"/>
                  </a:cubicBezTo>
                  <a:cubicBezTo>
                    <a:pt x="165" y="7963"/>
                    <a:pt x="209" y="7908"/>
                    <a:pt x="209" y="7853"/>
                  </a:cubicBezTo>
                  <a:lnTo>
                    <a:pt x="209" y="111"/>
                  </a:lnTo>
                  <a:cubicBezTo>
                    <a:pt x="209" y="56"/>
                    <a:pt x="165" y="1"/>
                    <a:pt x="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89;p37">
              <a:extLst>
                <a:ext uri="{FF2B5EF4-FFF2-40B4-BE49-F238E27FC236}">
                  <a16:creationId xmlns:a16="http://schemas.microsoft.com/office/drawing/2014/main" id="{3FE06530-852A-5D7C-4A42-2B9AB9EFFE27}"/>
                </a:ext>
              </a:extLst>
            </p:cNvPr>
            <p:cNvSpPr/>
            <p:nvPr/>
          </p:nvSpPr>
          <p:spPr>
            <a:xfrm>
              <a:off x="7032150" y="2875350"/>
              <a:ext cx="5250" cy="199075"/>
            </a:xfrm>
            <a:custGeom>
              <a:avLst/>
              <a:gdLst/>
              <a:ahLst/>
              <a:cxnLst/>
              <a:rect l="l" t="t" r="r" b="b"/>
              <a:pathLst>
                <a:path w="210" h="7963" extrusionOk="0">
                  <a:moveTo>
                    <a:pt x="111" y="1"/>
                  </a:moveTo>
                  <a:cubicBezTo>
                    <a:pt x="45" y="1"/>
                    <a:pt x="1" y="56"/>
                    <a:pt x="1" y="111"/>
                  </a:cubicBezTo>
                  <a:lnTo>
                    <a:pt x="1" y="7853"/>
                  </a:lnTo>
                  <a:cubicBezTo>
                    <a:pt x="1" y="7908"/>
                    <a:pt x="45" y="7963"/>
                    <a:pt x="111" y="7963"/>
                  </a:cubicBezTo>
                  <a:cubicBezTo>
                    <a:pt x="166" y="7963"/>
                    <a:pt x="210" y="7908"/>
                    <a:pt x="210" y="7853"/>
                  </a:cubicBezTo>
                  <a:lnTo>
                    <a:pt x="210" y="111"/>
                  </a:lnTo>
                  <a:cubicBezTo>
                    <a:pt x="210" y="56"/>
                    <a:pt x="166" y="1"/>
                    <a:pt x="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90;p37">
              <a:extLst>
                <a:ext uri="{FF2B5EF4-FFF2-40B4-BE49-F238E27FC236}">
                  <a16:creationId xmlns:a16="http://schemas.microsoft.com/office/drawing/2014/main" id="{592537BF-8741-9A99-ABCE-293A38323DE3}"/>
                </a:ext>
              </a:extLst>
            </p:cNvPr>
            <p:cNvSpPr/>
            <p:nvPr/>
          </p:nvSpPr>
          <p:spPr>
            <a:xfrm>
              <a:off x="6949400" y="2801950"/>
              <a:ext cx="70400" cy="6350"/>
            </a:xfrm>
            <a:custGeom>
              <a:avLst/>
              <a:gdLst/>
              <a:ahLst/>
              <a:cxnLst/>
              <a:rect l="l" t="t" r="r" b="b"/>
              <a:pathLst>
                <a:path w="2816" h="254" extrusionOk="0">
                  <a:moveTo>
                    <a:pt x="0" y="1"/>
                  </a:moveTo>
                  <a:lnTo>
                    <a:pt x="0" y="254"/>
                  </a:lnTo>
                  <a:lnTo>
                    <a:pt x="2816" y="254"/>
                  </a:lnTo>
                  <a:lnTo>
                    <a:pt x="28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91;p37">
              <a:extLst>
                <a:ext uri="{FF2B5EF4-FFF2-40B4-BE49-F238E27FC236}">
                  <a16:creationId xmlns:a16="http://schemas.microsoft.com/office/drawing/2014/main" id="{F7F887A2-A000-B91D-57C3-ABDB0A531870}"/>
                </a:ext>
              </a:extLst>
            </p:cNvPr>
            <p:cNvSpPr/>
            <p:nvPr/>
          </p:nvSpPr>
          <p:spPr>
            <a:xfrm>
              <a:off x="7154225" y="2437675"/>
              <a:ext cx="56375" cy="33300"/>
            </a:xfrm>
            <a:custGeom>
              <a:avLst/>
              <a:gdLst/>
              <a:ahLst/>
              <a:cxnLst/>
              <a:rect l="l" t="t" r="r" b="b"/>
              <a:pathLst>
                <a:path w="2255" h="1332" extrusionOk="0">
                  <a:moveTo>
                    <a:pt x="0" y="1"/>
                  </a:moveTo>
                  <a:lnTo>
                    <a:pt x="0" y="1331"/>
                  </a:lnTo>
                  <a:lnTo>
                    <a:pt x="2255" y="1331"/>
                  </a:lnTo>
                  <a:lnTo>
                    <a:pt x="2255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92;p37">
              <a:extLst>
                <a:ext uri="{FF2B5EF4-FFF2-40B4-BE49-F238E27FC236}">
                  <a16:creationId xmlns:a16="http://schemas.microsoft.com/office/drawing/2014/main" id="{11B37ED1-FC94-3C1F-5673-2F404E483A4E}"/>
                </a:ext>
              </a:extLst>
            </p:cNvPr>
            <p:cNvSpPr/>
            <p:nvPr/>
          </p:nvSpPr>
          <p:spPr>
            <a:xfrm>
              <a:off x="7140750" y="2315325"/>
              <a:ext cx="83325" cy="107250"/>
            </a:xfrm>
            <a:custGeom>
              <a:avLst/>
              <a:gdLst/>
              <a:ahLst/>
              <a:cxnLst/>
              <a:rect l="l" t="t" r="r" b="b"/>
              <a:pathLst>
                <a:path w="3333" h="4290" extrusionOk="0">
                  <a:moveTo>
                    <a:pt x="1672" y="1"/>
                  </a:moveTo>
                  <a:cubicBezTo>
                    <a:pt x="748" y="1"/>
                    <a:pt x="1" y="958"/>
                    <a:pt x="1" y="2145"/>
                  </a:cubicBezTo>
                  <a:cubicBezTo>
                    <a:pt x="1" y="3333"/>
                    <a:pt x="748" y="4290"/>
                    <a:pt x="1672" y="4290"/>
                  </a:cubicBezTo>
                  <a:cubicBezTo>
                    <a:pt x="2585" y="4290"/>
                    <a:pt x="3333" y="3333"/>
                    <a:pt x="3333" y="2145"/>
                  </a:cubicBezTo>
                  <a:cubicBezTo>
                    <a:pt x="3333" y="958"/>
                    <a:pt x="2585" y="1"/>
                    <a:pt x="1672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93;p37">
              <a:extLst>
                <a:ext uri="{FF2B5EF4-FFF2-40B4-BE49-F238E27FC236}">
                  <a16:creationId xmlns:a16="http://schemas.microsoft.com/office/drawing/2014/main" id="{8AF08552-F270-0C43-2172-3E3D4E8EDD56}"/>
                </a:ext>
              </a:extLst>
            </p:cNvPr>
            <p:cNvSpPr/>
            <p:nvPr/>
          </p:nvSpPr>
          <p:spPr>
            <a:xfrm>
              <a:off x="7173750" y="2405775"/>
              <a:ext cx="17325" cy="41275"/>
            </a:xfrm>
            <a:custGeom>
              <a:avLst/>
              <a:gdLst/>
              <a:ahLst/>
              <a:cxnLst/>
              <a:rect l="l" t="t" r="r" b="b"/>
              <a:pathLst>
                <a:path w="693" h="1651" extrusionOk="0">
                  <a:moveTo>
                    <a:pt x="0" y="1"/>
                  </a:moveTo>
                  <a:lnTo>
                    <a:pt x="0" y="1650"/>
                  </a:lnTo>
                  <a:lnTo>
                    <a:pt x="693" y="1650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94;p37">
              <a:extLst>
                <a:ext uri="{FF2B5EF4-FFF2-40B4-BE49-F238E27FC236}">
                  <a16:creationId xmlns:a16="http://schemas.microsoft.com/office/drawing/2014/main" id="{82CF6A71-9451-7878-84B5-71B907093CD6}"/>
                </a:ext>
              </a:extLst>
            </p:cNvPr>
            <p:cNvSpPr/>
            <p:nvPr/>
          </p:nvSpPr>
          <p:spPr>
            <a:xfrm>
              <a:off x="7097850" y="2666125"/>
              <a:ext cx="89400" cy="437725"/>
            </a:xfrm>
            <a:custGeom>
              <a:avLst/>
              <a:gdLst/>
              <a:ahLst/>
              <a:cxnLst/>
              <a:rect l="l" t="t" r="r" b="b"/>
              <a:pathLst>
                <a:path w="3576" h="17509" extrusionOk="0">
                  <a:moveTo>
                    <a:pt x="3564" y="0"/>
                  </a:moveTo>
                  <a:cubicBezTo>
                    <a:pt x="3564" y="0"/>
                    <a:pt x="3564" y="1"/>
                    <a:pt x="3564" y="1"/>
                  </a:cubicBezTo>
                  <a:cubicBezTo>
                    <a:pt x="3531" y="100"/>
                    <a:pt x="1" y="1112"/>
                    <a:pt x="1" y="1112"/>
                  </a:cubicBezTo>
                  <a:cubicBezTo>
                    <a:pt x="1" y="1277"/>
                    <a:pt x="100" y="10096"/>
                    <a:pt x="100" y="10096"/>
                  </a:cubicBezTo>
                  <a:lnTo>
                    <a:pt x="221" y="17497"/>
                  </a:lnTo>
                  <a:lnTo>
                    <a:pt x="1068" y="17508"/>
                  </a:lnTo>
                  <a:lnTo>
                    <a:pt x="2431" y="9546"/>
                  </a:lnTo>
                  <a:cubicBezTo>
                    <a:pt x="2431" y="9546"/>
                    <a:pt x="3576" y="0"/>
                    <a:pt x="3564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95;p37">
              <a:extLst>
                <a:ext uri="{FF2B5EF4-FFF2-40B4-BE49-F238E27FC236}">
                  <a16:creationId xmlns:a16="http://schemas.microsoft.com/office/drawing/2014/main" id="{1B71320B-4123-FFDA-B3E3-93BB458A423E}"/>
                </a:ext>
              </a:extLst>
            </p:cNvPr>
            <p:cNvSpPr/>
            <p:nvPr/>
          </p:nvSpPr>
          <p:spPr>
            <a:xfrm>
              <a:off x="7171375" y="2662275"/>
              <a:ext cx="89550" cy="438275"/>
            </a:xfrm>
            <a:custGeom>
              <a:avLst/>
              <a:gdLst/>
              <a:ahLst/>
              <a:cxnLst/>
              <a:rect l="l" t="t" r="r" b="b"/>
              <a:pathLst>
                <a:path w="3582" h="17531" extrusionOk="0">
                  <a:moveTo>
                    <a:pt x="18" y="0"/>
                  </a:moveTo>
                  <a:cubicBezTo>
                    <a:pt x="1" y="0"/>
                    <a:pt x="1569" y="9876"/>
                    <a:pt x="1569" y="9876"/>
                  </a:cubicBezTo>
                  <a:lnTo>
                    <a:pt x="2570" y="17486"/>
                  </a:lnTo>
                  <a:lnTo>
                    <a:pt x="3581" y="17530"/>
                  </a:lnTo>
                  <a:lnTo>
                    <a:pt x="3471" y="10096"/>
                  </a:lnTo>
                  <a:cubicBezTo>
                    <a:pt x="3471" y="10096"/>
                    <a:pt x="3570" y="1266"/>
                    <a:pt x="3570" y="1112"/>
                  </a:cubicBezTo>
                  <a:cubicBezTo>
                    <a:pt x="3570" y="1112"/>
                    <a:pt x="51" y="100"/>
                    <a:pt x="18" y="1"/>
                  </a:cubicBezTo>
                  <a:cubicBezTo>
                    <a:pt x="18" y="1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96;p37">
              <a:extLst>
                <a:ext uri="{FF2B5EF4-FFF2-40B4-BE49-F238E27FC236}">
                  <a16:creationId xmlns:a16="http://schemas.microsoft.com/office/drawing/2014/main" id="{9FB50A88-F3BB-2CB2-3C83-F0846703E02E}"/>
                </a:ext>
              </a:extLst>
            </p:cNvPr>
            <p:cNvSpPr/>
            <p:nvPr/>
          </p:nvSpPr>
          <p:spPr>
            <a:xfrm>
              <a:off x="7102525" y="2708200"/>
              <a:ext cx="157225" cy="64150"/>
            </a:xfrm>
            <a:custGeom>
              <a:avLst/>
              <a:gdLst/>
              <a:ahLst/>
              <a:cxnLst/>
              <a:rect l="l" t="t" r="r" b="b"/>
              <a:pathLst>
                <a:path w="6289" h="2566" extrusionOk="0">
                  <a:moveTo>
                    <a:pt x="1" y="1705"/>
                  </a:moveTo>
                  <a:lnTo>
                    <a:pt x="1" y="1705"/>
                  </a:lnTo>
                  <a:cubicBezTo>
                    <a:pt x="1" y="1705"/>
                    <a:pt x="1" y="1705"/>
                    <a:pt x="1" y="1705"/>
                  </a:cubicBezTo>
                  <a:lnTo>
                    <a:pt x="1" y="1705"/>
                  </a:lnTo>
                  <a:cubicBezTo>
                    <a:pt x="1" y="1705"/>
                    <a:pt x="1" y="1705"/>
                    <a:pt x="1" y="1705"/>
                  </a:cubicBezTo>
                  <a:close/>
                  <a:moveTo>
                    <a:pt x="3212" y="1"/>
                  </a:moveTo>
                  <a:cubicBezTo>
                    <a:pt x="2288" y="21"/>
                    <a:pt x="1344" y="90"/>
                    <a:pt x="1215" y="90"/>
                  </a:cubicBezTo>
                  <a:cubicBezTo>
                    <a:pt x="1205" y="90"/>
                    <a:pt x="1200" y="89"/>
                    <a:pt x="1200" y="89"/>
                  </a:cubicBezTo>
                  <a:cubicBezTo>
                    <a:pt x="1199" y="88"/>
                    <a:pt x="1198" y="88"/>
                    <a:pt x="1197" y="88"/>
                  </a:cubicBezTo>
                  <a:cubicBezTo>
                    <a:pt x="1112" y="88"/>
                    <a:pt x="19" y="1705"/>
                    <a:pt x="1" y="1705"/>
                  </a:cubicBezTo>
                  <a:cubicBezTo>
                    <a:pt x="1" y="1705"/>
                    <a:pt x="1" y="1705"/>
                    <a:pt x="1" y="1705"/>
                  </a:cubicBezTo>
                  <a:lnTo>
                    <a:pt x="1" y="1705"/>
                  </a:lnTo>
                  <a:cubicBezTo>
                    <a:pt x="1006" y="2280"/>
                    <a:pt x="2128" y="2566"/>
                    <a:pt x="3250" y="2566"/>
                  </a:cubicBezTo>
                  <a:cubicBezTo>
                    <a:pt x="4276" y="2566"/>
                    <a:pt x="5301" y="2326"/>
                    <a:pt x="6236" y="1848"/>
                  </a:cubicBezTo>
                  <a:cubicBezTo>
                    <a:pt x="6288" y="1817"/>
                    <a:pt x="5788" y="49"/>
                    <a:pt x="5389" y="49"/>
                  </a:cubicBezTo>
                  <a:cubicBezTo>
                    <a:pt x="5367" y="49"/>
                    <a:pt x="5345" y="55"/>
                    <a:pt x="5324" y="67"/>
                  </a:cubicBezTo>
                  <a:cubicBezTo>
                    <a:pt x="5273" y="100"/>
                    <a:pt x="5147" y="113"/>
                    <a:pt x="4969" y="113"/>
                  </a:cubicBezTo>
                  <a:cubicBezTo>
                    <a:pt x="4565" y="113"/>
                    <a:pt x="3891" y="46"/>
                    <a:pt x="3212" y="1"/>
                  </a:cubicBez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7;p37">
              <a:extLst>
                <a:ext uri="{FF2B5EF4-FFF2-40B4-BE49-F238E27FC236}">
                  <a16:creationId xmlns:a16="http://schemas.microsoft.com/office/drawing/2014/main" id="{32943FD9-665E-0167-B8B3-3F7E0815E08B}"/>
                </a:ext>
              </a:extLst>
            </p:cNvPr>
            <p:cNvSpPr/>
            <p:nvPr/>
          </p:nvSpPr>
          <p:spPr>
            <a:xfrm>
              <a:off x="7336225" y="2751700"/>
              <a:ext cx="37700" cy="53775"/>
            </a:xfrm>
            <a:custGeom>
              <a:avLst/>
              <a:gdLst/>
              <a:ahLst/>
              <a:cxnLst/>
              <a:rect l="l" t="t" r="r" b="b"/>
              <a:pathLst>
                <a:path w="1508" h="2151" extrusionOk="0">
                  <a:moveTo>
                    <a:pt x="411" y="1"/>
                  </a:moveTo>
                  <a:cubicBezTo>
                    <a:pt x="375" y="1"/>
                    <a:pt x="341" y="7"/>
                    <a:pt x="308" y="20"/>
                  </a:cubicBezTo>
                  <a:cubicBezTo>
                    <a:pt x="22" y="141"/>
                    <a:pt x="0" y="713"/>
                    <a:pt x="242" y="1296"/>
                  </a:cubicBezTo>
                  <a:cubicBezTo>
                    <a:pt x="466" y="1800"/>
                    <a:pt x="817" y="2151"/>
                    <a:pt x="1093" y="2151"/>
                  </a:cubicBezTo>
                  <a:cubicBezTo>
                    <a:pt x="1130" y="2151"/>
                    <a:pt x="1166" y="2145"/>
                    <a:pt x="1199" y="2132"/>
                  </a:cubicBezTo>
                  <a:cubicBezTo>
                    <a:pt x="1474" y="2011"/>
                    <a:pt x="1507" y="1439"/>
                    <a:pt x="1254" y="856"/>
                  </a:cubicBezTo>
                  <a:cubicBezTo>
                    <a:pt x="1041" y="351"/>
                    <a:pt x="682" y="1"/>
                    <a:pt x="411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98;p37">
              <a:extLst>
                <a:ext uri="{FF2B5EF4-FFF2-40B4-BE49-F238E27FC236}">
                  <a16:creationId xmlns:a16="http://schemas.microsoft.com/office/drawing/2014/main" id="{04D15631-362D-85B9-78EA-29C5FD73BD04}"/>
                </a:ext>
              </a:extLst>
            </p:cNvPr>
            <p:cNvSpPr/>
            <p:nvPr/>
          </p:nvSpPr>
          <p:spPr>
            <a:xfrm>
              <a:off x="6987350" y="2759125"/>
              <a:ext cx="34375" cy="55725"/>
            </a:xfrm>
            <a:custGeom>
              <a:avLst/>
              <a:gdLst/>
              <a:ahLst/>
              <a:cxnLst/>
              <a:rect l="l" t="t" r="r" b="b"/>
              <a:pathLst>
                <a:path w="1375" h="2229" extrusionOk="0">
                  <a:moveTo>
                    <a:pt x="899" y="0"/>
                  </a:moveTo>
                  <a:cubicBezTo>
                    <a:pt x="625" y="0"/>
                    <a:pt x="296" y="409"/>
                    <a:pt x="154" y="977"/>
                  </a:cubicBezTo>
                  <a:cubicBezTo>
                    <a:pt x="0" y="1582"/>
                    <a:pt x="110" y="2142"/>
                    <a:pt x="396" y="2219"/>
                  </a:cubicBezTo>
                  <a:cubicBezTo>
                    <a:pt x="419" y="2225"/>
                    <a:pt x="442" y="2228"/>
                    <a:pt x="465" y="2228"/>
                  </a:cubicBezTo>
                  <a:cubicBezTo>
                    <a:pt x="747" y="2228"/>
                    <a:pt x="1068" y="1810"/>
                    <a:pt x="1221" y="1252"/>
                  </a:cubicBezTo>
                  <a:cubicBezTo>
                    <a:pt x="1375" y="636"/>
                    <a:pt x="1265" y="86"/>
                    <a:pt x="968" y="9"/>
                  </a:cubicBezTo>
                  <a:cubicBezTo>
                    <a:pt x="946" y="3"/>
                    <a:pt x="923" y="0"/>
                    <a:pt x="899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99;p37">
              <a:extLst>
                <a:ext uri="{FF2B5EF4-FFF2-40B4-BE49-F238E27FC236}">
                  <a16:creationId xmlns:a16="http://schemas.microsoft.com/office/drawing/2014/main" id="{610A62EB-9E5C-C270-CA47-5986426A28B5}"/>
                </a:ext>
              </a:extLst>
            </p:cNvPr>
            <p:cNvSpPr/>
            <p:nvPr/>
          </p:nvSpPr>
          <p:spPr>
            <a:xfrm>
              <a:off x="7289200" y="2615000"/>
              <a:ext cx="68225" cy="152600"/>
            </a:xfrm>
            <a:custGeom>
              <a:avLst/>
              <a:gdLst/>
              <a:ahLst/>
              <a:cxnLst/>
              <a:rect l="l" t="t" r="r" b="b"/>
              <a:pathLst>
                <a:path w="2729" h="6104" extrusionOk="0">
                  <a:moveTo>
                    <a:pt x="1332" y="1"/>
                  </a:moveTo>
                  <a:lnTo>
                    <a:pt x="1" y="1122"/>
                  </a:lnTo>
                  <a:lnTo>
                    <a:pt x="2035" y="6104"/>
                  </a:lnTo>
                  <a:lnTo>
                    <a:pt x="2728" y="579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00;p37">
              <a:extLst>
                <a:ext uri="{FF2B5EF4-FFF2-40B4-BE49-F238E27FC236}">
                  <a16:creationId xmlns:a16="http://schemas.microsoft.com/office/drawing/2014/main" id="{A7CC7B91-93D1-D6E2-6DE0-3BBF8101C19B}"/>
                </a:ext>
              </a:extLst>
            </p:cNvPr>
            <p:cNvSpPr/>
            <p:nvPr/>
          </p:nvSpPr>
          <p:spPr>
            <a:xfrm>
              <a:off x="7000525" y="2615000"/>
              <a:ext cx="69875" cy="153975"/>
            </a:xfrm>
            <a:custGeom>
              <a:avLst/>
              <a:gdLst/>
              <a:ahLst/>
              <a:cxnLst/>
              <a:rect l="l" t="t" r="r" b="b"/>
              <a:pathLst>
                <a:path w="2795" h="6159" extrusionOk="0">
                  <a:moveTo>
                    <a:pt x="1453" y="1"/>
                  </a:moveTo>
                  <a:lnTo>
                    <a:pt x="1" y="5972"/>
                  </a:lnTo>
                  <a:lnTo>
                    <a:pt x="716" y="6159"/>
                  </a:lnTo>
                  <a:lnTo>
                    <a:pt x="2794" y="112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01;p37">
              <a:extLst>
                <a:ext uri="{FF2B5EF4-FFF2-40B4-BE49-F238E27FC236}">
                  <a16:creationId xmlns:a16="http://schemas.microsoft.com/office/drawing/2014/main" id="{769C0E45-B552-7249-6A42-44E0820C385F}"/>
                </a:ext>
              </a:extLst>
            </p:cNvPr>
            <p:cNvSpPr/>
            <p:nvPr/>
          </p:nvSpPr>
          <p:spPr>
            <a:xfrm>
              <a:off x="7031325" y="2436025"/>
              <a:ext cx="294750" cy="265050"/>
            </a:xfrm>
            <a:custGeom>
              <a:avLst/>
              <a:gdLst/>
              <a:ahLst/>
              <a:cxnLst/>
              <a:rect l="l" t="t" r="r" b="b"/>
              <a:pathLst>
                <a:path w="11790" h="10602" extrusionOk="0">
                  <a:moveTo>
                    <a:pt x="5015" y="1"/>
                  </a:moveTo>
                  <a:lnTo>
                    <a:pt x="4993" y="12"/>
                  </a:lnTo>
                  <a:lnTo>
                    <a:pt x="4564" y="12"/>
                  </a:lnTo>
                  <a:cubicBezTo>
                    <a:pt x="3839" y="12"/>
                    <a:pt x="3124" y="254"/>
                    <a:pt x="2563" y="715"/>
                  </a:cubicBezTo>
                  <a:lnTo>
                    <a:pt x="2398" y="847"/>
                  </a:lnTo>
                  <a:cubicBezTo>
                    <a:pt x="1991" y="1177"/>
                    <a:pt x="1705" y="1628"/>
                    <a:pt x="1573" y="2123"/>
                  </a:cubicBezTo>
                  <a:lnTo>
                    <a:pt x="1" y="7105"/>
                  </a:lnTo>
                  <a:lnTo>
                    <a:pt x="1694" y="8523"/>
                  </a:lnTo>
                  <a:lnTo>
                    <a:pt x="3454" y="2684"/>
                  </a:lnTo>
                  <a:cubicBezTo>
                    <a:pt x="3641" y="3575"/>
                    <a:pt x="3839" y="4784"/>
                    <a:pt x="3707" y="6104"/>
                  </a:cubicBezTo>
                  <a:cubicBezTo>
                    <a:pt x="3619" y="6984"/>
                    <a:pt x="2508" y="10602"/>
                    <a:pt x="2508" y="10602"/>
                  </a:cubicBezTo>
                  <a:lnTo>
                    <a:pt x="9337" y="10602"/>
                  </a:lnTo>
                  <a:lnTo>
                    <a:pt x="8743" y="7951"/>
                  </a:lnTo>
                  <a:cubicBezTo>
                    <a:pt x="8457" y="6676"/>
                    <a:pt x="8369" y="5356"/>
                    <a:pt x="8479" y="4047"/>
                  </a:cubicBezTo>
                  <a:cubicBezTo>
                    <a:pt x="8501" y="3740"/>
                    <a:pt x="8534" y="3432"/>
                    <a:pt x="8567" y="3146"/>
                  </a:cubicBezTo>
                  <a:lnTo>
                    <a:pt x="10217" y="8435"/>
                  </a:lnTo>
                  <a:lnTo>
                    <a:pt x="11790" y="7193"/>
                  </a:lnTo>
                  <a:lnTo>
                    <a:pt x="10272" y="2013"/>
                  </a:lnTo>
                  <a:cubicBezTo>
                    <a:pt x="10151" y="1584"/>
                    <a:pt x="9909" y="1199"/>
                    <a:pt x="9557" y="924"/>
                  </a:cubicBezTo>
                  <a:lnTo>
                    <a:pt x="9183" y="616"/>
                  </a:lnTo>
                  <a:cubicBezTo>
                    <a:pt x="8699" y="221"/>
                    <a:pt x="8084" y="12"/>
                    <a:pt x="7468" y="1"/>
                  </a:cubicBezTo>
                  <a:lnTo>
                    <a:pt x="6709" y="1"/>
                  </a:lnTo>
                  <a:cubicBezTo>
                    <a:pt x="6709" y="1"/>
                    <a:pt x="6709" y="1"/>
                    <a:pt x="6709" y="12"/>
                  </a:cubicBezTo>
                  <a:lnTo>
                    <a:pt x="6610" y="12"/>
                  </a:lnTo>
                  <a:cubicBezTo>
                    <a:pt x="6610" y="23"/>
                    <a:pt x="6610" y="34"/>
                    <a:pt x="6610" y="45"/>
                  </a:cubicBezTo>
                  <a:cubicBezTo>
                    <a:pt x="6610" y="363"/>
                    <a:pt x="6346" y="638"/>
                    <a:pt x="6016" y="638"/>
                  </a:cubicBezTo>
                  <a:cubicBezTo>
                    <a:pt x="5697" y="638"/>
                    <a:pt x="5422" y="363"/>
                    <a:pt x="5422" y="45"/>
                  </a:cubicBezTo>
                  <a:cubicBezTo>
                    <a:pt x="5422" y="34"/>
                    <a:pt x="5433" y="23"/>
                    <a:pt x="5433" y="12"/>
                  </a:cubicBezTo>
                  <a:lnTo>
                    <a:pt x="5345" y="12"/>
                  </a:lnTo>
                  <a:lnTo>
                    <a:pt x="5345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02;p37">
              <a:extLst>
                <a:ext uri="{FF2B5EF4-FFF2-40B4-BE49-F238E27FC236}">
                  <a16:creationId xmlns:a16="http://schemas.microsoft.com/office/drawing/2014/main" id="{29547EF8-3227-3434-15BF-AC31FCFA2B79}"/>
                </a:ext>
              </a:extLst>
            </p:cNvPr>
            <p:cNvSpPr/>
            <p:nvPr/>
          </p:nvSpPr>
          <p:spPr>
            <a:xfrm>
              <a:off x="7097300" y="2699950"/>
              <a:ext cx="174625" cy="346700"/>
            </a:xfrm>
            <a:custGeom>
              <a:avLst/>
              <a:gdLst/>
              <a:ahLst/>
              <a:cxnLst/>
              <a:rect l="l" t="t" r="r" b="b"/>
              <a:pathLst>
                <a:path w="6985" h="13868" extrusionOk="0">
                  <a:moveTo>
                    <a:pt x="6599" y="1"/>
                  </a:moveTo>
                  <a:lnTo>
                    <a:pt x="23" y="23"/>
                  </a:lnTo>
                  <a:cubicBezTo>
                    <a:pt x="1" y="78"/>
                    <a:pt x="34" y="13791"/>
                    <a:pt x="34" y="13791"/>
                  </a:cubicBezTo>
                  <a:lnTo>
                    <a:pt x="6984" y="13868"/>
                  </a:lnTo>
                  <a:lnTo>
                    <a:pt x="6599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1603;p37">
              <a:extLst>
                <a:ext uri="{FF2B5EF4-FFF2-40B4-BE49-F238E27FC236}">
                  <a16:creationId xmlns:a16="http://schemas.microsoft.com/office/drawing/2014/main" id="{BA65C5E1-F1F3-7A18-389D-363E45D4A0B4}"/>
                </a:ext>
              </a:extLst>
            </p:cNvPr>
            <p:cNvSpPr/>
            <p:nvPr/>
          </p:nvSpPr>
          <p:spPr>
            <a:xfrm>
              <a:off x="7220475" y="3090075"/>
              <a:ext cx="53925" cy="32750"/>
            </a:xfrm>
            <a:custGeom>
              <a:avLst/>
              <a:gdLst/>
              <a:ahLst/>
              <a:cxnLst/>
              <a:rect l="l" t="t" r="r" b="b"/>
              <a:pathLst>
                <a:path w="2157" h="1310" extrusionOk="0">
                  <a:moveTo>
                    <a:pt x="759" y="0"/>
                  </a:moveTo>
                  <a:cubicBezTo>
                    <a:pt x="759" y="0"/>
                    <a:pt x="1" y="880"/>
                    <a:pt x="111" y="1309"/>
                  </a:cubicBezTo>
                  <a:lnTo>
                    <a:pt x="2046" y="1309"/>
                  </a:lnTo>
                  <a:cubicBezTo>
                    <a:pt x="2156" y="880"/>
                    <a:pt x="1397" y="0"/>
                    <a:pt x="13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04;p37">
              <a:extLst>
                <a:ext uri="{FF2B5EF4-FFF2-40B4-BE49-F238E27FC236}">
                  <a16:creationId xmlns:a16="http://schemas.microsoft.com/office/drawing/2014/main" id="{0C005E62-B02C-641A-24FE-97BC9A136A9C}"/>
                </a:ext>
              </a:extLst>
            </p:cNvPr>
            <p:cNvSpPr/>
            <p:nvPr/>
          </p:nvSpPr>
          <p:spPr>
            <a:xfrm>
              <a:off x="7223225" y="3122800"/>
              <a:ext cx="48150" cy="6075"/>
            </a:xfrm>
            <a:custGeom>
              <a:avLst/>
              <a:gdLst/>
              <a:ahLst/>
              <a:cxnLst/>
              <a:rect l="l" t="t" r="r" b="b"/>
              <a:pathLst>
                <a:path w="1926" h="243" extrusionOk="0">
                  <a:moveTo>
                    <a:pt x="1" y="0"/>
                  </a:moveTo>
                  <a:lnTo>
                    <a:pt x="1" y="242"/>
                  </a:lnTo>
                  <a:lnTo>
                    <a:pt x="1925" y="242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05;p37">
              <a:extLst>
                <a:ext uri="{FF2B5EF4-FFF2-40B4-BE49-F238E27FC236}">
                  <a16:creationId xmlns:a16="http://schemas.microsoft.com/office/drawing/2014/main" id="{CB74F6ED-FC1A-DAA8-7FBF-313476BDBD03}"/>
                </a:ext>
              </a:extLst>
            </p:cNvPr>
            <p:cNvSpPr/>
            <p:nvPr/>
          </p:nvSpPr>
          <p:spPr>
            <a:xfrm>
              <a:off x="7239450" y="3084925"/>
              <a:ext cx="15975" cy="9550"/>
            </a:xfrm>
            <a:custGeom>
              <a:avLst/>
              <a:gdLst/>
              <a:ahLst/>
              <a:cxnLst/>
              <a:rect l="l" t="t" r="r" b="b"/>
              <a:pathLst>
                <a:path w="639" h="382" extrusionOk="0">
                  <a:moveTo>
                    <a:pt x="319" y="0"/>
                  </a:moveTo>
                  <a:cubicBezTo>
                    <a:pt x="234" y="0"/>
                    <a:pt x="149" y="36"/>
                    <a:pt x="88" y="107"/>
                  </a:cubicBezTo>
                  <a:lnTo>
                    <a:pt x="0" y="206"/>
                  </a:lnTo>
                  <a:cubicBezTo>
                    <a:pt x="73" y="323"/>
                    <a:pt x="193" y="381"/>
                    <a:pt x="314" y="381"/>
                  </a:cubicBezTo>
                  <a:cubicBezTo>
                    <a:pt x="432" y="381"/>
                    <a:pt x="551" y="326"/>
                    <a:pt x="627" y="217"/>
                  </a:cubicBezTo>
                  <a:lnTo>
                    <a:pt x="638" y="206"/>
                  </a:lnTo>
                  <a:lnTo>
                    <a:pt x="550" y="107"/>
                  </a:lnTo>
                  <a:cubicBezTo>
                    <a:pt x="490" y="36"/>
                    <a:pt x="405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06;p37">
              <a:extLst>
                <a:ext uri="{FF2B5EF4-FFF2-40B4-BE49-F238E27FC236}">
                  <a16:creationId xmlns:a16="http://schemas.microsoft.com/office/drawing/2014/main" id="{076F9F11-10CA-9041-2EE4-9A908BACC7CB}"/>
                </a:ext>
              </a:extLst>
            </p:cNvPr>
            <p:cNvSpPr/>
            <p:nvPr/>
          </p:nvSpPr>
          <p:spPr>
            <a:xfrm>
              <a:off x="7089625" y="3090075"/>
              <a:ext cx="53900" cy="32750"/>
            </a:xfrm>
            <a:custGeom>
              <a:avLst/>
              <a:gdLst/>
              <a:ahLst/>
              <a:cxnLst/>
              <a:rect l="l" t="t" r="r" b="b"/>
              <a:pathLst>
                <a:path w="2156" h="1310" extrusionOk="0">
                  <a:moveTo>
                    <a:pt x="759" y="0"/>
                  </a:moveTo>
                  <a:cubicBezTo>
                    <a:pt x="759" y="0"/>
                    <a:pt x="0" y="880"/>
                    <a:pt x="110" y="1309"/>
                  </a:cubicBezTo>
                  <a:lnTo>
                    <a:pt x="2046" y="1309"/>
                  </a:lnTo>
                  <a:cubicBezTo>
                    <a:pt x="2155" y="880"/>
                    <a:pt x="1397" y="0"/>
                    <a:pt x="13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7;p37">
              <a:extLst>
                <a:ext uri="{FF2B5EF4-FFF2-40B4-BE49-F238E27FC236}">
                  <a16:creationId xmlns:a16="http://schemas.microsoft.com/office/drawing/2014/main" id="{B8B228CF-49AC-F4B6-E8EE-19F0E44F4783}"/>
                </a:ext>
              </a:extLst>
            </p:cNvPr>
            <p:cNvSpPr/>
            <p:nvPr/>
          </p:nvSpPr>
          <p:spPr>
            <a:xfrm>
              <a:off x="7092375" y="3122800"/>
              <a:ext cx="48125" cy="6075"/>
            </a:xfrm>
            <a:custGeom>
              <a:avLst/>
              <a:gdLst/>
              <a:ahLst/>
              <a:cxnLst/>
              <a:rect l="l" t="t" r="r" b="b"/>
              <a:pathLst>
                <a:path w="1925" h="243" extrusionOk="0">
                  <a:moveTo>
                    <a:pt x="0" y="0"/>
                  </a:moveTo>
                  <a:lnTo>
                    <a:pt x="0" y="242"/>
                  </a:lnTo>
                  <a:lnTo>
                    <a:pt x="1925" y="242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08;p37">
              <a:extLst>
                <a:ext uri="{FF2B5EF4-FFF2-40B4-BE49-F238E27FC236}">
                  <a16:creationId xmlns:a16="http://schemas.microsoft.com/office/drawing/2014/main" id="{867FF7A4-6D9C-8FB0-0539-9D8832EE940E}"/>
                </a:ext>
              </a:extLst>
            </p:cNvPr>
            <p:cNvSpPr/>
            <p:nvPr/>
          </p:nvSpPr>
          <p:spPr>
            <a:xfrm>
              <a:off x="7108575" y="3084925"/>
              <a:ext cx="15975" cy="9550"/>
            </a:xfrm>
            <a:custGeom>
              <a:avLst/>
              <a:gdLst/>
              <a:ahLst/>
              <a:cxnLst/>
              <a:rect l="l" t="t" r="r" b="b"/>
              <a:pathLst>
                <a:path w="639" h="382" extrusionOk="0">
                  <a:moveTo>
                    <a:pt x="320" y="0"/>
                  </a:moveTo>
                  <a:cubicBezTo>
                    <a:pt x="235" y="0"/>
                    <a:pt x="149" y="36"/>
                    <a:pt x="89" y="107"/>
                  </a:cubicBezTo>
                  <a:lnTo>
                    <a:pt x="1" y="206"/>
                  </a:lnTo>
                  <a:cubicBezTo>
                    <a:pt x="73" y="323"/>
                    <a:pt x="193" y="381"/>
                    <a:pt x="315" y="381"/>
                  </a:cubicBezTo>
                  <a:cubicBezTo>
                    <a:pt x="433" y="381"/>
                    <a:pt x="552" y="326"/>
                    <a:pt x="628" y="217"/>
                  </a:cubicBezTo>
                  <a:lnTo>
                    <a:pt x="639" y="206"/>
                  </a:lnTo>
                  <a:lnTo>
                    <a:pt x="551" y="107"/>
                  </a:lnTo>
                  <a:cubicBezTo>
                    <a:pt x="490" y="36"/>
                    <a:pt x="40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609;p37">
              <a:extLst>
                <a:ext uri="{FF2B5EF4-FFF2-40B4-BE49-F238E27FC236}">
                  <a16:creationId xmlns:a16="http://schemas.microsoft.com/office/drawing/2014/main" id="{71AC4B79-4D44-0978-4A3E-438D46D1BEB4}"/>
                </a:ext>
              </a:extLst>
            </p:cNvPr>
            <p:cNvSpPr/>
            <p:nvPr/>
          </p:nvSpPr>
          <p:spPr>
            <a:xfrm>
              <a:off x="7146525" y="2282375"/>
              <a:ext cx="161675" cy="204275"/>
            </a:xfrm>
            <a:custGeom>
              <a:avLst/>
              <a:gdLst/>
              <a:ahLst/>
              <a:cxnLst/>
              <a:rect l="l" t="t" r="r" b="b"/>
              <a:pathLst>
                <a:path w="6467" h="8171" extrusionOk="0">
                  <a:moveTo>
                    <a:pt x="3311" y="1"/>
                  </a:moveTo>
                  <a:cubicBezTo>
                    <a:pt x="3218" y="1"/>
                    <a:pt x="3124" y="15"/>
                    <a:pt x="3036" y="43"/>
                  </a:cubicBezTo>
                  <a:cubicBezTo>
                    <a:pt x="2695" y="153"/>
                    <a:pt x="2431" y="483"/>
                    <a:pt x="2387" y="835"/>
                  </a:cubicBezTo>
                  <a:lnTo>
                    <a:pt x="1584" y="956"/>
                  </a:lnTo>
                  <a:cubicBezTo>
                    <a:pt x="1067" y="967"/>
                    <a:pt x="506" y="1176"/>
                    <a:pt x="253" y="1638"/>
                  </a:cubicBezTo>
                  <a:cubicBezTo>
                    <a:pt x="0" y="2089"/>
                    <a:pt x="220" y="2793"/>
                    <a:pt x="737" y="2891"/>
                  </a:cubicBezTo>
                  <a:cubicBezTo>
                    <a:pt x="330" y="3023"/>
                    <a:pt x="22" y="3430"/>
                    <a:pt x="33" y="3859"/>
                  </a:cubicBezTo>
                  <a:cubicBezTo>
                    <a:pt x="33" y="4288"/>
                    <a:pt x="330" y="4695"/>
                    <a:pt x="748" y="4827"/>
                  </a:cubicBezTo>
                  <a:cubicBezTo>
                    <a:pt x="275" y="5146"/>
                    <a:pt x="55" y="5795"/>
                    <a:pt x="242" y="6345"/>
                  </a:cubicBezTo>
                  <a:cubicBezTo>
                    <a:pt x="416" y="6876"/>
                    <a:pt x="964" y="7258"/>
                    <a:pt x="1527" y="7258"/>
                  </a:cubicBezTo>
                  <a:cubicBezTo>
                    <a:pt x="1535" y="7258"/>
                    <a:pt x="1543" y="7257"/>
                    <a:pt x="1551" y="7257"/>
                  </a:cubicBezTo>
                  <a:cubicBezTo>
                    <a:pt x="1793" y="7796"/>
                    <a:pt x="2365" y="8159"/>
                    <a:pt x="2959" y="8170"/>
                  </a:cubicBezTo>
                  <a:cubicBezTo>
                    <a:pt x="3553" y="8170"/>
                    <a:pt x="4135" y="7807"/>
                    <a:pt x="4388" y="7279"/>
                  </a:cubicBezTo>
                  <a:cubicBezTo>
                    <a:pt x="5312" y="7180"/>
                    <a:pt x="5983" y="6070"/>
                    <a:pt x="5631" y="5212"/>
                  </a:cubicBezTo>
                  <a:cubicBezTo>
                    <a:pt x="6467" y="4343"/>
                    <a:pt x="6280" y="2727"/>
                    <a:pt x="5279" y="2067"/>
                  </a:cubicBezTo>
                  <a:cubicBezTo>
                    <a:pt x="5477" y="1671"/>
                    <a:pt x="5433" y="1176"/>
                    <a:pt x="5180" y="813"/>
                  </a:cubicBezTo>
                  <a:cubicBezTo>
                    <a:pt x="4955" y="490"/>
                    <a:pt x="4565" y="298"/>
                    <a:pt x="4172" y="298"/>
                  </a:cubicBezTo>
                  <a:cubicBezTo>
                    <a:pt x="4123" y="298"/>
                    <a:pt x="4074" y="301"/>
                    <a:pt x="4025" y="307"/>
                  </a:cubicBezTo>
                  <a:cubicBezTo>
                    <a:pt x="3846" y="112"/>
                    <a:pt x="3577" y="1"/>
                    <a:pt x="3311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610;p37">
              <a:extLst>
                <a:ext uri="{FF2B5EF4-FFF2-40B4-BE49-F238E27FC236}">
                  <a16:creationId xmlns:a16="http://schemas.microsoft.com/office/drawing/2014/main" id="{FB559AA8-6605-B35C-747B-5401384B923C}"/>
                </a:ext>
              </a:extLst>
            </p:cNvPr>
            <p:cNvSpPr/>
            <p:nvPr/>
          </p:nvSpPr>
          <p:spPr>
            <a:xfrm>
              <a:off x="7146525" y="2268825"/>
              <a:ext cx="153150" cy="127500"/>
            </a:xfrm>
            <a:custGeom>
              <a:avLst/>
              <a:gdLst/>
              <a:ahLst/>
              <a:cxnLst/>
              <a:rect l="l" t="t" r="r" b="b"/>
              <a:pathLst>
                <a:path w="6126" h="5100" extrusionOk="0">
                  <a:moveTo>
                    <a:pt x="3874" y="1"/>
                  </a:moveTo>
                  <a:cubicBezTo>
                    <a:pt x="3866" y="1"/>
                    <a:pt x="3858" y="1"/>
                    <a:pt x="3849" y="2"/>
                  </a:cubicBezTo>
                  <a:cubicBezTo>
                    <a:pt x="3717" y="24"/>
                    <a:pt x="3575" y="57"/>
                    <a:pt x="3476" y="145"/>
                  </a:cubicBezTo>
                  <a:cubicBezTo>
                    <a:pt x="3366" y="222"/>
                    <a:pt x="3289" y="365"/>
                    <a:pt x="3311" y="497"/>
                  </a:cubicBezTo>
                  <a:cubicBezTo>
                    <a:pt x="3177" y="297"/>
                    <a:pt x="2935" y="172"/>
                    <a:pt x="2692" y="172"/>
                  </a:cubicBezTo>
                  <a:cubicBezTo>
                    <a:pt x="2615" y="172"/>
                    <a:pt x="2538" y="185"/>
                    <a:pt x="2464" y="211"/>
                  </a:cubicBezTo>
                  <a:cubicBezTo>
                    <a:pt x="2156" y="310"/>
                    <a:pt x="1947" y="629"/>
                    <a:pt x="1969" y="948"/>
                  </a:cubicBezTo>
                  <a:cubicBezTo>
                    <a:pt x="1851" y="837"/>
                    <a:pt x="1684" y="778"/>
                    <a:pt x="1516" y="778"/>
                  </a:cubicBezTo>
                  <a:cubicBezTo>
                    <a:pt x="1418" y="778"/>
                    <a:pt x="1321" y="798"/>
                    <a:pt x="1232" y="838"/>
                  </a:cubicBezTo>
                  <a:cubicBezTo>
                    <a:pt x="990" y="948"/>
                    <a:pt x="836" y="1212"/>
                    <a:pt x="847" y="1476"/>
                  </a:cubicBezTo>
                  <a:cubicBezTo>
                    <a:pt x="797" y="1383"/>
                    <a:pt x="691" y="1337"/>
                    <a:pt x="584" y="1337"/>
                  </a:cubicBezTo>
                  <a:cubicBezTo>
                    <a:pt x="527" y="1337"/>
                    <a:pt x="468" y="1350"/>
                    <a:pt x="418" y="1377"/>
                  </a:cubicBezTo>
                  <a:cubicBezTo>
                    <a:pt x="275" y="1443"/>
                    <a:pt x="176" y="1597"/>
                    <a:pt x="121" y="1751"/>
                  </a:cubicBezTo>
                  <a:cubicBezTo>
                    <a:pt x="0" y="2103"/>
                    <a:pt x="22" y="2499"/>
                    <a:pt x="187" y="2840"/>
                  </a:cubicBezTo>
                  <a:lnTo>
                    <a:pt x="4938" y="5050"/>
                  </a:lnTo>
                  <a:cubicBezTo>
                    <a:pt x="4978" y="5086"/>
                    <a:pt x="5026" y="5100"/>
                    <a:pt x="5078" y="5100"/>
                  </a:cubicBezTo>
                  <a:cubicBezTo>
                    <a:pt x="5169" y="5100"/>
                    <a:pt x="5272" y="5055"/>
                    <a:pt x="5356" y="5006"/>
                  </a:cubicBezTo>
                  <a:cubicBezTo>
                    <a:pt x="6126" y="4511"/>
                    <a:pt x="5774" y="3774"/>
                    <a:pt x="5906" y="2862"/>
                  </a:cubicBezTo>
                  <a:cubicBezTo>
                    <a:pt x="5939" y="2598"/>
                    <a:pt x="6126" y="2444"/>
                    <a:pt x="6060" y="2180"/>
                  </a:cubicBezTo>
                  <a:cubicBezTo>
                    <a:pt x="6005" y="1927"/>
                    <a:pt x="6115" y="1608"/>
                    <a:pt x="5884" y="1476"/>
                  </a:cubicBezTo>
                  <a:cubicBezTo>
                    <a:pt x="5713" y="1383"/>
                    <a:pt x="5668" y="1257"/>
                    <a:pt x="5595" y="1257"/>
                  </a:cubicBezTo>
                  <a:cubicBezTo>
                    <a:pt x="5564" y="1257"/>
                    <a:pt x="5529" y="1278"/>
                    <a:pt x="5477" y="1333"/>
                  </a:cubicBezTo>
                  <a:cubicBezTo>
                    <a:pt x="5470" y="1249"/>
                    <a:pt x="5436" y="1218"/>
                    <a:pt x="5384" y="1218"/>
                  </a:cubicBezTo>
                  <a:cubicBezTo>
                    <a:pt x="5235" y="1218"/>
                    <a:pt x="4939" y="1476"/>
                    <a:pt x="4703" y="1476"/>
                  </a:cubicBezTo>
                  <a:cubicBezTo>
                    <a:pt x="4644" y="1476"/>
                    <a:pt x="4590" y="1460"/>
                    <a:pt x="4542" y="1421"/>
                  </a:cubicBezTo>
                  <a:cubicBezTo>
                    <a:pt x="4241" y="1184"/>
                    <a:pt x="4235" y="1"/>
                    <a:pt x="3874" y="1"/>
                  </a:cubicBezTo>
                  <a:close/>
                </a:path>
              </a:pathLst>
            </a:custGeom>
            <a:solidFill>
              <a:srgbClr val="0D0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1195;p33">
            <a:extLst>
              <a:ext uri="{FF2B5EF4-FFF2-40B4-BE49-F238E27FC236}">
                <a16:creationId xmlns:a16="http://schemas.microsoft.com/office/drawing/2014/main" id="{C35A4420-AE0A-6D64-CC17-8F620955C8D3}"/>
              </a:ext>
            </a:extLst>
          </p:cNvPr>
          <p:cNvGrpSpPr/>
          <p:nvPr/>
        </p:nvGrpSpPr>
        <p:grpSpPr>
          <a:xfrm>
            <a:off x="7586113" y="1912167"/>
            <a:ext cx="1034619" cy="2799619"/>
            <a:chOff x="9418661" y="72933"/>
            <a:chExt cx="1191134" cy="3223139"/>
          </a:xfrm>
        </p:grpSpPr>
        <p:sp>
          <p:nvSpPr>
            <p:cNvPr id="899" name="Google Shape;1196;p33">
              <a:extLst>
                <a:ext uri="{FF2B5EF4-FFF2-40B4-BE49-F238E27FC236}">
                  <a16:creationId xmlns:a16="http://schemas.microsoft.com/office/drawing/2014/main" id="{C2927E54-F737-4E2F-4EA1-888FF2D5B601}"/>
                </a:ext>
              </a:extLst>
            </p:cNvPr>
            <p:cNvSpPr/>
            <p:nvPr/>
          </p:nvSpPr>
          <p:spPr>
            <a:xfrm>
              <a:off x="10335610" y="2843885"/>
              <a:ext cx="197553" cy="227617"/>
            </a:xfrm>
            <a:custGeom>
              <a:avLst/>
              <a:gdLst/>
              <a:ahLst/>
              <a:cxnLst/>
              <a:rect l="l" t="t" r="r" b="b"/>
              <a:pathLst>
                <a:path w="1869" h="2315" extrusionOk="0">
                  <a:moveTo>
                    <a:pt x="790" y="1"/>
                  </a:moveTo>
                  <a:cubicBezTo>
                    <a:pt x="699" y="1"/>
                    <a:pt x="0" y="422"/>
                    <a:pt x="0" y="422"/>
                  </a:cubicBezTo>
                  <a:cubicBezTo>
                    <a:pt x="0" y="422"/>
                    <a:pt x="222" y="2143"/>
                    <a:pt x="234" y="2265"/>
                  </a:cubicBezTo>
                  <a:lnTo>
                    <a:pt x="1868" y="2315"/>
                  </a:lnTo>
                  <a:cubicBezTo>
                    <a:pt x="1868" y="2315"/>
                    <a:pt x="824" y="66"/>
                    <a:pt x="799" y="5"/>
                  </a:cubicBezTo>
                  <a:cubicBezTo>
                    <a:pt x="798" y="2"/>
                    <a:pt x="795" y="1"/>
                    <a:pt x="790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197;p33">
              <a:extLst>
                <a:ext uri="{FF2B5EF4-FFF2-40B4-BE49-F238E27FC236}">
                  <a16:creationId xmlns:a16="http://schemas.microsoft.com/office/drawing/2014/main" id="{F22C6F1C-A83D-250D-51B8-0D35C3E529D9}"/>
                </a:ext>
              </a:extLst>
            </p:cNvPr>
            <p:cNvSpPr/>
            <p:nvPr/>
          </p:nvSpPr>
          <p:spPr>
            <a:xfrm>
              <a:off x="9709548" y="2852538"/>
              <a:ext cx="165103" cy="196055"/>
            </a:xfrm>
            <a:custGeom>
              <a:avLst/>
              <a:gdLst/>
              <a:ahLst/>
              <a:cxnLst/>
              <a:rect l="l" t="t" r="r" b="b"/>
              <a:pathLst>
                <a:path w="1562" h="1994" extrusionOk="0">
                  <a:moveTo>
                    <a:pt x="1290" y="1"/>
                  </a:moveTo>
                  <a:cubicBezTo>
                    <a:pt x="1086" y="1"/>
                    <a:pt x="456" y="113"/>
                    <a:pt x="456" y="113"/>
                  </a:cubicBezTo>
                  <a:cubicBezTo>
                    <a:pt x="456" y="113"/>
                    <a:pt x="38" y="1797"/>
                    <a:pt x="1" y="1907"/>
                  </a:cubicBezTo>
                  <a:lnTo>
                    <a:pt x="1561" y="1993"/>
                  </a:lnTo>
                  <a:cubicBezTo>
                    <a:pt x="1561" y="1993"/>
                    <a:pt x="1353" y="76"/>
                    <a:pt x="1353" y="15"/>
                  </a:cubicBezTo>
                  <a:cubicBezTo>
                    <a:pt x="1353" y="5"/>
                    <a:pt x="1329" y="1"/>
                    <a:pt x="1290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198;p33">
              <a:extLst>
                <a:ext uri="{FF2B5EF4-FFF2-40B4-BE49-F238E27FC236}">
                  <a16:creationId xmlns:a16="http://schemas.microsoft.com/office/drawing/2014/main" id="{370190BA-A326-07CA-7FE7-4E985CEF661E}"/>
                </a:ext>
              </a:extLst>
            </p:cNvPr>
            <p:cNvSpPr/>
            <p:nvPr/>
          </p:nvSpPr>
          <p:spPr>
            <a:xfrm>
              <a:off x="9747283" y="500443"/>
              <a:ext cx="350713" cy="766129"/>
            </a:xfrm>
            <a:custGeom>
              <a:avLst/>
              <a:gdLst/>
              <a:ahLst/>
              <a:cxnLst/>
              <a:rect l="l" t="t" r="r" b="b"/>
              <a:pathLst>
                <a:path w="3318" h="7792" extrusionOk="0">
                  <a:moveTo>
                    <a:pt x="2372" y="1"/>
                  </a:moveTo>
                  <a:lnTo>
                    <a:pt x="0" y="333"/>
                  </a:lnTo>
                  <a:lnTo>
                    <a:pt x="1438" y="1635"/>
                  </a:lnTo>
                  <a:lnTo>
                    <a:pt x="996" y="7791"/>
                  </a:lnTo>
                  <a:lnTo>
                    <a:pt x="2544" y="7312"/>
                  </a:lnTo>
                  <a:lnTo>
                    <a:pt x="3318" y="1758"/>
                  </a:lnTo>
                  <a:lnTo>
                    <a:pt x="2372" y="1"/>
                  </a:lnTo>
                  <a:close/>
                </a:path>
              </a:pathLst>
            </a:custGeom>
            <a:solidFill>
              <a:srgbClr val="4F7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199;p33">
              <a:extLst>
                <a:ext uri="{FF2B5EF4-FFF2-40B4-BE49-F238E27FC236}">
                  <a16:creationId xmlns:a16="http://schemas.microsoft.com/office/drawing/2014/main" id="{55E7CC0B-6599-0DF9-4D8E-677918C5DF98}"/>
                </a:ext>
              </a:extLst>
            </p:cNvPr>
            <p:cNvSpPr/>
            <p:nvPr/>
          </p:nvSpPr>
          <p:spPr>
            <a:xfrm>
              <a:off x="9878457" y="1725554"/>
              <a:ext cx="110457" cy="46015"/>
            </a:xfrm>
            <a:custGeom>
              <a:avLst/>
              <a:gdLst/>
              <a:ahLst/>
              <a:cxnLst/>
              <a:rect l="l" t="t" r="r" b="b"/>
              <a:pathLst>
                <a:path w="1045" h="468" extrusionOk="0">
                  <a:moveTo>
                    <a:pt x="74" y="0"/>
                  </a:moveTo>
                  <a:lnTo>
                    <a:pt x="0" y="467"/>
                  </a:lnTo>
                  <a:lnTo>
                    <a:pt x="1008" y="455"/>
                  </a:lnTo>
                  <a:lnTo>
                    <a:pt x="1045" y="13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200;p33">
              <a:extLst>
                <a:ext uri="{FF2B5EF4-FFF2-40B4-BE49-F238E27FC236}">
                  <a16:creationId xmlns:a16="http://schemas.microsoft.com/office/drawing/2014/main" id="{2FC1DF56-012B-7EBE-6865-AC11F131B87D}"/>
                </a:ext>
              </a:extLst>
            </p:cNvPr>
            <p:cNvSpPr/>
            <p:nvPr/>
          </p:nvSpPr>
          <p:spPr>
            <a:xfrm>
              <a:off x="9749820" y="1347402"/>
              <a:ext cx="526175" cy="764851"/>
            </a:xfrm>
            <a:custGeom>
              <a:avLst/>
              <a:gdLst/>
              <a:ahLst/>
              <a:cxnLst/>
              <a:rect l="l" t="t" r="r" b="b"/>
              <a:pathLst>
                <a:path w="4978" h="7779" extrusionOk="0">
                  <a:moveTo>
                    <a:pt x="1" y="0"/>
                  </a:moveTo>
                  <a:lnTo>
                    <a:pt x="873" y="357"/>
                  </a:lnTo>
                  <a:lnTo>
                    <a:pt x="3208" y="7778"/>
                  </a:lnTo>
                  <a:lnTo>
                    <a:pt x="4977" y="7127"/>
                  </a:lnTo>
                  <a:lnTo>
                    <a:pt x="4523" y="2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201;p33">
              <a:extLst>
                <a:ext uri="{FF2B5EF4-FFF2-40B4-BE49-F238E27FC236}">
                  <a16:creationId xmlns:a16="http://schemas.microsoft.com/office/drawing/2014/main" id="{D272C029-EAA5-55E5-4EE5-E303B9098DB6}"/>
                </a:ext>
              </a:extLst>
            </p:cNvPr>
            <p:cNvSpPr/>
            <p:nvPr/>
          </p:nvSpPr>
          <p:spPr>
            <a:xfrm>
              <a:off x="10088800" y="2048153"/>
              <a:ext cx="385911" cy="898963"/>
            </a:xfrm>
            <a:custGeom>
              <a:avLst/>
              <a:gdLst/>
              <a:ahLst/>
              <a:cxnLst/>
              <a:rect l="l" t="t" r="r" b="b"/>
              <a:pathLst>
                <a:path w="3651" h="9143" extrusionOk="0">
                  <a:moveTo>
                    <a:pt x="1770" y="0"/>
                  </a:moveTo>
                  <a:lnTo>
                    <a:pt x="1" y="651"/>
                  </a:lnTo>
                  <a:lnTo>
                    <a:pt x="2335" y="9142"/>
                  </a:lnTo>
                  <a:lnTo>
                    <a:pt x="3650" y="8958"/>
                  </a:lnTo>
                  <a:cubicBezTo>
                    <a:pt x="3650" y="8958"/>
                    <a:pt x="3589" y="4301"/>
                    <a:pt x="2888" y="2728"/>
                  </a:cubicBezTo>
                  <a:cubicBezTo>
                    <a:pt x="2335" y="1475"/>
                    <a:pt x="1770" y="0"/>
                    <a:pt x="1770" y="0"/>
                  </a:cubicBez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202;p33">
              <a:extLst>
                <a:ext uri="{FF2B5EF4-FFF2-40B4-BE49-F238E27FC236}">
                  <a16:creationId xmlns:a16="http://schemas.microsoft.com/office/drawing/2014/main" id="{FB97F983-2E04-39A7-D7FF-45C0574808FF}"/>
                </a:ext>
              </a:extLst>
            </p:cNvPr>
            <p:cNvSpPr/>
            <p:nvPr/>
          </p:nvSpPr>
          <p:spPr>
            <a:xfrm>
              <a:off x="9566747" y="1140824"/>
              <a:ext cx="640331" cy="959333"/>
            </a:xfrm>
            <a:custGeom>
              <a:avLst/>
              <a:gdLst/>
              <a:ahLst/>
              <a:cxnLst/>
              <a:rect l="l" t="t" r="r" b="b"/>
              <a:pathLst>
                <a:path w="6058" h="9757" extrusionOk="0">
                  <a:moveTo>
                    <a:pt x="5001" y="0"/>
                  </a:moveTo>
                  <a:lnTo>
                    <a:pt x="1561" y="418"/>
                  </a:lnTo>
                  <a:lnTo>
                    <a:pt x="1401" y="1843"/>
                  </a:lnTo>
                  <a:lnTo>
                    <a:pt x="0" y="9498"/>
                  </a:lnTo>
                  <a:lnTo>
                    <a:pt x="1880" y="9757"/>
                  </a:lnTo>
                  <a:lnTo>
                    <a:pt x="5579" y="3330"/>
                  </a:lnTo>
                  <a:cubicBezTo>
                    <a:pt x="6058" y="2507"/>
                    <a:pt x="6021" y="1487"/>
                    <a:pt x="5480" y="713"/>
                  </a:cubicBezTo>
                  <a:lnTo>
                    <a:pt x="5001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1203;p33">
              <a:extLst>
                <a:ext uri="{FF2B5EF4-FFF2-40B4-BE49-F238E27FC236}">
                  <a16:creationId xmlns:a16="http://schemas.microsoft.com/office/drawing/2014/main" id="{4F895F67-0B63-7BF3-186B-B98AF32CE3DB}"/>
                </a:ext>
              </a:extLst>
            </p:cNvPr>
            <p:cNvSpPr/>
            <p:nvPr/>
          </p:nvSpPr>
          <p:spPr>
            <a:xfrm>
              <a:off x="9571926" y="2025146"/>
              <a:ext cx="331264" cy="921970"/>
            </a:xfrm>
            <a:custGeom>
              <a:avLst/>
              <a:gdLst/>
              <a:ahLst/>
              <a:cxnLst/>
              <a:rect l="l" t="t" r="r" b="b"/>
              <a:pathLst>
                <a:path w="3134" h="9377" extrusionOk="0">
                  <a:moveTo>
                    <a:pt x="1831" y="1"/>
                  </a:moveTo>
                  <a:lnTo>
                    <a:pt x="0" y="504"/>
                  </a:lnTo>
                  <a:lnTo>
                    <a:pt x="1586" y="9155"/>
                  </a:lnTo>
                  <a:lnTo>
                    <a:pt x="2753" y="9376"/>
                  </a:lnTo>
                  <a:cubicBezTo>
                    <a:pt x="2753" y="9376"/>
                    <a:pt x="3134" y="4129"/>
                    <a:pt x="2704" y="2827"/>
                  </a:cubicBezTo>
                  <a:cubicBezTo>
                    <a:pt x="2274" y="1524"/>
                    <a:pt x="1831" y="1"/>
                    <a:pt x="1831" y="1"/>
                  </a:cubicBez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204;p33">
              <a:extLst>
                <a:ext uri="{FF2B5EF4-FFF2-40B4-BE49-F238E27FC236}">
                  <a16:creationId xmlns:a16="http://schemas.microsoft.com/office/drawing/2014/main" id="{60394323-3245-44A0-6CAC-465057783BEE}"/>
                </a:ext>
              </a:extLst>
            </p:cNvPr>
            <p:cNvSpPr/>
            <p:nvPr/>
          </p:nvSpPr>
          <p:spPr>
            <a:xfrm>
              <a:off x="9891458" y="1013987"/>
              <a:ext cx="400074" cy="460346"/>
            </a:xfrm>
            <a:custGeom>
              <a:avLst/>
              <a:gdLst/>
              <a:ahLst/>
              <a:cxnLst/>
              <a:rect l="l" t="t" r="r" b="b"/>
              <a:pathLst>
                <a:path w="3785" h="4682" extrusionOk="0">
                  <a:moveTo>
                    <a:pt x="2322" y="0"/>
                  </a:moveTo>
                  <a:lnTo>
                    <a:pt x="0" y="2187"/>
                  </a:lnTo>
                  <a:lnTo>
                    <a:pt x="3207" y="4682"/>
                  </a:lnTo>
                  <a:lnTo>
                    <a:pt x="3342" y="4596"/>
                  </a:lnTo>
                  <a:cubicBezTo>
                    <a:pt x="3785" y="4141"/>
                    <a:pt x="2875" y="2580"/>
                    <a:pt x="2458" y="2101"/>
                  </a:cubicBezTo>
                  <a:lnTo>
                    <a:pt x="2322" y="0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205;p33">
              <a:extLst>
                <a:ext uri="{FF2B5EF4-FFF2-40B4-BE49-F238E27FC236}">
                  <a16:creationId xmlns:a16="http://schemas.microsoft.com/office/drawing/2014/main" id="{0C098B19-66D9-2645-53EC-DD01112E42B2}"/>
                </a:ext>
              </a:extLst>
            </p:cNvPr>
            <p:cNvSpPr/>
            <p:nvPr/>
          </p:nvSpPr>
          <p:spPr>
            <a:xfrm>
              <a:off x="9658918" y="118653"/>
              <a:ext cx="266364" cy="319155"/>
            </a:xfrm>
            <a:custGeom>
              <a:avLst/>
              <a:gdLst/>
              <a:ahLst/>
              <a:cxnLst/>
              <a:rect l="l" t="t" r="r" b="b"/>
              <a:pathLst>
                <a:path w="2520" h="3246" extrusionOk="0">
                  <a:moveTo>
                    <a:pt x="1251" y="1"/>
                  </a:moveTo>
                  <a:cubicBezTo>
                    <a:pt x="1240" y="1"/>
                    <a:pt x="1228" y="1"/>
                    <a:pt x="1217" y="1"/>
                  </a:cubicBezTo>
                  <a:cubicBezTo>
                    <a:pt x="529" y="13"/>
                    <a:pt x="1" y="763"/>
                    <a:pt x="25" y="1648"/>
                  </a:cubicBezTo>
                  <a:cubicBezTo>
                    <a:pt x="50" y="2537"/>
                    <a:pt x="605" y="3245"/>
                    <a:pt x="1286" y="3245"/>
                  </a:cubicBezTo>
                  <a:cubicBezTo>
                    <a:pt x="1291" y="3245"/>
                    <a:pt x="1297" y="3245"/>
                    <a:pt x="1303" y="3245"/>
                  </a:cubicBezTo>
                  <a:cubicBezTo>
                    <a:pt x="1979" y="3220"/>
                    <a:pt x="2520" y="2483"/>
                    <a:pt x="2495" y="1586"/>
                  </a:cubicBezTo>
                  <a:cubicBezTo>
                    <a:pt x="2471" y="704"/>
                    <a:pt x="1912" y="1"/>
                    <a:pt x="1251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206;p33">
              <a:extLst>
                <a:ext uri="{FF2B5EF4-FFF2-40B4-BE49-F238E27FC236}">
                  <a16:creationId xmlns:a16="http://schemas.microsoft.com/office/drawing/2014/main" id="{72264656-A00D-A11F-76DF-A3DA9633DA03}"/>
                </a:ext>
              </a:extLst>
            </p:cNvPr>
            <p:cNvSpPr/>
            <p:nvPr/>
          </p:nvSpPr>
          <p:spPr>
            <a:xfrm>
              <a:off x="9747283" y="355515"/>
              <a:ext cx="166372" cy="217588"/>
            </a:xfrm>
            <a:custGeom>
              <a:avLst/>
              <a:gdLst/>
              <a:ahLst/>
              <a:cxnLst/>
              <a:rect l="l" t="t" r="r" b="b"/>
              <a:pathLst>
                <a:path w="1574" h="2213" extrusionOk="0">
                  <a:moveTo>
                    <a:pt x="946" y="0"/>
                  </a:moveTo>
                  <a:lnTo>
                    <a:pt x="0" y="320"/>
                  </a:lnTo>
                  <a:lnTo>
                    <a:pt x="639" y="2212"/>
                  </a:lnTo>
                  <a:lnTo>
                    <a:pt x="1573" y="1893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207;p33">
              <a:extLst>
                <a:ext uri="{FF2B5EF4-FFF2-40B4-BE49-F238E27FC236}">
                  <a16:creationId xmlns:a16="http://schemas.microsoft.com/office/drawing/2014/main" id="{2BF5B1BB-B1D0-94BB-B78C-649F52C18AFA}"/>
                </a:ext>
              </a:extLst>
            </p:cNvPr>
            <p:cNvSpPr/>
            <p:nvPr/>
          </p:nvSpPr>
          <p:spPr>
            <a:xfrm>
              <a:off x="9634289" y="593556"/>
              <a:ext cx="649421" cy="929148"/>
            </a:xfrm>
            <a:custGeom>
              <a:avLst/>
              <a:gdLst/>
              <a:ahLst/>
              <a:cxnLst/>
              <a:rect l="l" t="t" r="r" b="b"/>
              <a:pathLst>
                <a:path w="6144" h="9450" extrusionOk="0">
                  <a:moveTo>
                    <a:pt x="3772" y="0"/>
                  </a:moveTo>
                  <a:lnTo>
                    <a:pt x="0" y="750"/>
                  </a:lnTo>
                  <a:lnTo>
                    <a:pt x="86" y="9449"/>
                  </a:lnTo>
                  <a:lnTo>
                    <a:pt x="6144" y="9068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208;p33">
              <a:extLst>
                <a:ext uri="{FF2B5EF4-FFF2-40B4-BE49-F238E27FC236}">
                  <a16:creationId xmlns:a16="http://schemas.microsoft.com/office/drawing/2014/main" id="{9FF9C469-F50D-B22A-5A22-9E6A46C399DD}"/>
                </a:ext>
              </a:extLst>
            </p:cNvPr>
            <p:cNvSpPr/>
            <p:nvPr/>
          </p:nvSpPr>
          <p:spPr>
            <a:xfrm>
              <a:off x="9625199" y="441253"/>
              <a:ext cx="403985" cy="687569"/>
            </a:xfrm>
            <a:custGeom>
              <a:avLst/>
              <a:gdLst/>
              <a:ahLst/>
              <a:cxnLst/>
              <a:rect l="l" t="t" r="r" b="b"/>
              <a:pathLst>
                <a:path w="3822" h="6993" extrusionOk="0">
                  <a:moveTo>
                    <a:pt x="2642" y="1"/>
                  </a:moveTo>
                  <a:lnTo>
                    <a:pt x="2605" y="38"/>
                  </a:lnTo>
                  <a:cubicBezTo>
                    <a:pt x="2386" y="218"/>
                    <a:pt x="2120" y="307"/>
                    <a:pt x="1853" y="307"/>
                  </a:cubicBezTo>
                  <a:cubicBezTo>
                    <a:pt x="1610" y="307"/>
                    <a:pt x="1366" y="233"/>
                    <a:pt x="1155" y="87"/>
                  </a:cubicBezTo>
                  <a:lnTo>
                    <a:pt x="737" y="591"/>
                  </a:lnTo>
                  <a:cubicBezTo>
                    <a:pt x="99" y="1131"/>
                    <a:pt x="0" y="2360"/>
                    <a:pt x="209" y="3171"/>
                  </a:cubicBezTo>
                  <a:lnTo>
                    <a:pt x="1057" y="6882"/>
                  </a:lnTo>
                  <a:lnTo>
                    <a:pt x="3035" y="6992"/>
                  </a:lnTo>
                  <a:lnTo>
                    <a:pt x="1757" y="2569"/>
                  </a:lnTo>
                  <a:lnTo>
                    <a:pt x="2630" y="2667"/>
                  </a:lnTo>
                  <a:lnTo>
                    <a:pt x="3822" y="763"/>
                  </a:lnTo>
                  <a:lnTo>
                    <a:pt x="26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209;p33">
              <a:extLst>
                <a:ext uri="{FF2B5EF4-FFF2-40B4-BE49-F238E27FC236}">
                  <a16:creationId xmlns:a16="http://schemas.microsoft.com/office/drawing/2014/main" id="{4A20DE5F-C9B7-7B21-59EE-8ECC0318304D}"/>
                </a:ext>
              </a:extLst>
            </p:cNvPr>
            <p:cNvSpPr/>
            <p:nvPr/>
          </p:nvSpPr>
          <p:spPr>
            <a:xfrm>
              <a:off x="9649722" y="72933"/>
              <a:ext cx="247021" cy="192024"/>
            </a:xfrm>
            <a:custGeom>
              <a:avLst/>
              <a:gdLst/>
              <a:ahLst/>
              <a:cxnLst/>
              <a:rect l="l" t="t" r="r" b="b"/>
              <a:pathLst>
                <a:path w="2337" h="1953" extrusionOk="0">
                  <a:moveTo>
                    <a:pt x="1669" y="1"/>
                  </a:moveTo>
                  <a:cubicBezTo>
                    <a:pt x="974" y="1"/>
                    <a:pt x="0" y="292"/>
                    <a:pt x="112" y="1953"/>
                  </a:cubicBezTo>
                  <a:lnTo>
                    <a:pt x="2287" y="1805"/>
                  </a:lnTo>
                  <a:lnTo>
                    <a:pt x="2336" y="85"/>
                  </a:lnTo>
                  <a:cubicBezTo>
                    <a:pt x="2336" y="85"/>
                    <a:pt x="2043" y="1"/>
                    <a:pt x="1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210;p33">
              <a:extLst>
                <a:ext uri="{FF2B5EF4-FFF2-40B4-BE49-F238E27FC236}">
                  <a16:creationId xmlns:a16="http://schemas.microsoft.com/office/drawing/2014/main" id="{09387A17-DE10-7703-9BFF-1D27673824FC}"/>
                </a:ext>
              </a:extLst>
            </p:cNvPr>
            <p:cNvSpPr/>
            <p:nvPr/>
          </p:nvSpPr>
          <p:spPr>
            <a:xfrm>
              <a:off x="9788823" y="78636"/>
              <a:ext cx="219539" cy="306373"/>
            </a:xfrm>
            <a:custGeom>
              <a:avLst/>
              <a:gdLst/>
              <a:ahLst/>
              <a:cxnLst/>
              <a:rect l="l" t="t" r="r" b="b"/>
              <a:pathLst>
                <a:path w="2077" h="3116" extrusionOk="0">
                  <a:moveTo>
                    <a:pt x="463" y="0"/>
                  </a:moveTo>
                  <a:cubicBezTo>
                    <a:pt x="306" y="0"/>
                    <a:pt x="149" y="29"/>
                    <a:pt x="0" y="89"/>
                  </a:cubicBezTo>
                  <a:lnTo>
                    <a:pt x="320" y="1526"/>
                  </a:lnTo>
                  <a:cubicBezTo>
                    <a:pt x="504" y="1698"/>
                    <a:pt x="480" y="2005"/>
                    <a:pt x="443" y="2264"/>
                  </a:cubicBezTo>
                  <a:cubicBezTo>
                    <a:pt x="406" y="2522"/>
                    <a:pt x="381" y="2816"/>
                    <a:pt x="578" y="3001"/>
                  </a:cubicBezTo>
                  <a:cubicBezTo>
                    <a:pt x="662" y="3078"/>
                    <a:pt x="780" y="3116"/>
                    <a:pt x="899" y="3116"/>
                  </a:cubicBezTo>
                  <a:cubicBezTo>
                    <a:pt x="970" y="3116"/>
                    <a:pt x="1042" y="3102"/>
                    <a:pt x="1106" y="3075"/>
                  </a:cubicBezTo>
                  <a:cubicBezTo>
                    <a:pt x="1278" y="3013"/>
                    <a:pt x="1426" y="2866"/>
                    <a:pt x="1536" y="2718"/>
                  </a:cubicBezTo>
                  <a:cubicBezTo>
                    <a:pt x="1966" y="2178"/>
                    <a:pt x="2077" y="1379"/>
                    <a:pt x="1758" y="777"/>
                  </a:cubicBezTo>
                  <a:cubicBezTo>
                    <a:pt x="1503" y="305"/>
                    <a:pt x="981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211;p33">
              <a:extLst>
                <a:ext uri="{FF2B5EF4-FFF2-40B4-BE49-F238E27FC236}">
                  <a16:creationId xmlns:a16="http://schemas.microsoft.com/office/drawing/2014/main" id="{0272B583-3A57-B7A4-3F58-B928C676463B}"/>
                </a:ext>
              </a:extLst>
            </p:cNvPr>
            <p:cNvSpPr/>
            <p:nvPr/>
          </p:nvSpPr>
          <p:spPr>
            <a:xfrm>
              <a:off x="9781001" y="228677"/>
              <a:ext cx="71559" cy="66564"/>
            </a:xfrm>
            <a:custGeom>
              <a:avLst/>
              <a:gdLst/>
              <a:ahLst/>
              <a:cxnLst/>
              <a:rect l="l" t="t" r="r" b="b"/>
              <a:pathLst>
                <a:path w="677" h="677" extrusionOk="0">
                  <a:moveTo>
                    <a:pt x="332" y="0"/>
                  </a:moveTo>
                  <a:cubicBezTo>
                    <a:pt x="148" y="0"/>
                    <a:pt x="1" y="148"/>
                    <a:pt x="1" y="332"/>
                  </a:cubicBezTo>
                  <a:cubicBezTo>
                    <a:pt x="1" y="516"/>
                    <a:pt x="148" y="676"/>
                    <a:pt x="332" y="676"/>
                  </a:cubicBezTo>
                  <a:cubicBezTo>
                    <a:pt x="517" y="676"/>
                    <a:pt x="677" y="516"/>
                    <a:pt x="677" y="332"/>
                  </a:cubicBezTo>
                  <a:cubicBezTo>
                    <a:pt x="677" y="148"/>
                    <a:pt x="517" y="0"/>
                    <a:pt x="332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212;p33">
              <a:extLst>
                <a:ext uri="{FF2B5EF4-FFF2-40B4-BE49-F238E27FC236}">
                  <a16:creationId xmlns:a16="http://schemas.microsoft.com/office/drawing/2014/main" id="{1D832B32-1DC6-A83A-B6B0-45753A3B687A}"/>
                </a:ext>
              </a:extLst>
            </p:cNvPr>
            <p:cNvSpPr/>
            <p:nvPr/>
          </p:nvSpPr>
          <p:spPr>
            <a:xfrm>
              <a:off x="9495294" y="1117817"/>
              <a:ext cx="331264" cy="493087"/>
            </a:xfrm>
            <a:custGeom>
              <a:avLst/>
              <a:gdLst/>
              <a:ahLst/>
              <a:cxnLst/>
              <a:rect l="l" t="t" r="r" b="b"/>
              <a:pathLst>
                <a:path w="3134" h="5015" extrusionOk="0">
                  <a:moveTo>
                    <a:pt x="1438" y="1"/>
                  </a:moveTo>
                  <a:lnTo>
                    <a:pt x="0" y="4940"/>
                  </a:lnTo>
                  <a:lnTo>
                    <a:pt x="603" y="5014"/>
                  </a:lnTo>
                  <a:lnTo>
                    <a:pt x="3134" y="161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213;p33">
              <a:extLst>
                <a:ext uri="{FF2B5EF4-FFF2-40B4-BE49-F238E27FC236}">
                  <a16:creationId xmlns:a16="http://schemas.microsoft.com/office/drawing/2014/main" id="{B522D14B-9C82-5D35-DA35-6A907ABE7F07}"/>
                </a:ext>
              </a:extLst>
            </p:cNvPr>
            <p:cNvSpPr/>
            <p:nvPr/>
          </p:nvSpPr>
          <p:spPr>
            <a:xfrm>
              <a:off x="9438110" y="1568138"/>
              <a:ext cx="126100" cy="165378"/>
            </a:xfrm>
            <a:custGeom>
              <a:avLst/>
              <a:gdLst/>
              <a:ahLst/>
              <a:cxnLst/>
              <a:rect l="l" t="t" r="r" b="b"/>
              <a:pathLst>
                <a:path w="1193" h="1682" extrusionOk="0">
                  <a:moveTo>
                    <a:pt x="878" y="1"/>
                  </a:moveTo>
                  <a:cubicBezTo>
                    <a:pt x="669" y="1"/>
                    <a:pt x="381" y="268"/>
                    <a:pt x="197" y="668"/>
                  </a:cubicBezTo>
                  <a:cubicBezTo>
                    <a:pt x="1" y="1110"/>
                    <a:pt x="13" y="1565"/>
                    <a:pt x="234" y="1663"/>
                  </a:cubicBezTo>
                  <a:cubicBezTo>
                    <a:pt x="261" y="1676"/>
                    <a:pt x="291" y="1682"/>
                    <a:pt x="322" y="1682"/>
                  </a:cubicBezTo>
                  <a:cubicBezTo>
                    <a:pt x="530" y="1682"/>
                    <a:pt x="814" y="1407"/>
                    <a:pt x="996" y="1012"/>
                  </a:cubicBezTo>
                  <a:cubicBezTo>
                    <a:pt x="1193" y="569"/>
                    <a:pt x="1180" y="115"/>
                    <a:pt x="959" y="16"/>
                  </a:cubicBezTo>
                  <a:cubicBezTo>
                    <a:pt x="934" y="6"/>
                    <a:pt x="907" y="1"/>
                    <a:pt x="878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214;p33">
              <a:extLst>
                <a:ext uri="{FF2B5EF4-FFF2-40B4-BE49-F238E27FC236}">
                  <a16:creationId xmlns:a16="http://schemas.microsoft.com/office/drawing/2014/main" id="{20977E33-C0AF-1B01-164C-E24A6C3665E7}"/>
                </a:ext>
              </a:extLst>
            </p:cNvPr>
            <p:cNvSpPr/>
            <p:nvPr/>
          </p:nvSpPr>
          <p:spPr>
            <a:xfrm>
              <a:off x="9491383" y="965612"/>
              <a:ext cx="366356" cy="639195"/>
            </a:xfrm>
            <a:custGeom>
              <a:avLst/>
              <a:gdLst/>
              <a:ahLst/>
              <a:cxnLst/>
              <a:rect l="l" t="t" r="r" b="b"/>
              <a:pathLst>
                <a:path w="3466" h="6501" extrusionOk="0">
                  <a:moveTo>
                    <a:pt x="1401" y="1"/>
                  </a:moveTo>
                  <a:cubicBezTo>
                    <a:pt x="1377" y="13"/>
                    <a:pt x="1" y="6206"/>
                    <a:pt x="1" y="6206"/>
                  </a:cubicBezTo>
                  <a:lnTo>
                    <a:pt x="750" y="6501"/>
                  </a:lnTo>
                  <a:lnTo>
                    <a:pt x="3466" y="1659"/>
                  </a:lnTo>
                  <a:cubicBezTo>
                    <a:pt x="3466" y="1659"/>
                    <a:pt x="1438" y="1"/>
                    <a:pt x="1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215;p33">
              <a:extLst>
                <a:ext uri="{FF2B5EF4-FFF2-40B4-BE49-F238E27FC236}">
                  <a16:creationId xmlns:a16="http://schemas.microsoft.com/office/drawing/2014/main" id="{140F19FD-FD0F-12EE-B75B-4A3C30238FE4}"/>
                </a:ext>
              </a:extLst>
            </p:cNvPr>
            <p:cNvSpPr/>
            <p:nvPr/>
          </p:nvSpPr>
          <p:spPr>
            <a:xfrm>
              <a:off x="9877083" y="499264"/>
              <a:ext cx="563804" cy="839772"/>
            </a:xfrm>
            <a:custGeom>
              <a:avLst/>
              <a:gdLst/>
              <a:ahLst/>
              <a:cxnLst/>
              <a:rect l="l" t="t" r="r" b="b"/>
              <a:pathLst>
                <a:path w="5334" h="8541" extrusionOk="0">
                  <a:moveTo>
                    <a:pt x="2299" y="1"/>
                  </a:moveTo>
                  <a:lnTo>
                    <a:pt x="38" y="62"/>
                  </a:lnTo>
                  <a:lnTo>
                    <a:pt x="1" y="8540"/>
                  </a:lnTo>
                  <a:lnTo>
                    <a:pt x="2176" y="8540"/>
                  </a:lnTo>
                  <a:cubicBezTo>
                    <a:pt x="2839" y="8540"/>
                    <a:pt x="3454" y="8332"/>
                    <a:pt x="3945" y="7975"/>
                  </a:cubicBezTo>
                  <a:cubicBezTo>
                    <a:pt x="4891" y="7299"/>
                    <a:pt x="5334" y="6108"/>
                    <a:pt x="5125" y="4965"/>
                  </a:cubicBezTo>
                  <a:lnTo>
                    <a:pt x="4621" y="2090"/>
                  </a:lnTo>
                  <a:cubicBezTo>
                    <a:pt x="4461" y="762"/>
                    <a:pt x="3638" y="1"/>
                    <a:pt x="229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216;p33">
              <a:extLst>
                <a:ext uri="{FF2B5EF4-FFF2-40B4-BE49-F238E27FC236}">
                  <a16:creationId xmlns:a16="http://schemas.microsoft.com/office/drawing/2014/main" id="{681E4EDC-1127-8E47-76CB-FC583BDC766C}"/>
                </a:ext>
              </a:extLst>
            </p:cNvPr>
            <p:cNvSpPr/>
            <p:nvPr/>
          </p:nvSpPr>
          <p:spPr>
            <a:xfrm>
              <a:off x="9639469" y="1216632"/>
              <a:ext cx="313083" cy="278253"/>
            </a:xfrm>
            <a:custGeom>
              <a:avLst/>
              <a:gdLst/>
              <a:ahLst/>
              <a:cxnLst/>
              <a:rect l="l" t="t" r="r" b="b"/>
              <a:pathLst>
                <a:path w="2962" h="2830" extrusionOk="0">
                  <a:moveTo>
                    <a:pt x="2538" y="0"/>
                  </a:moveTo>
                  <a:cubicBezTo>
                    <a:pt x="2536" y="0"/>
                    <a:pt x="2533" y="1"/>
                    <a:pt x="2532" y="3"/>
                  </a:cubicBezTo>
                  <a:cubicBezTo>
                    <a:pt x="2482" y="77"/>
                    <a:pt x="0" y="2498"/>
                    <a:pt x="0" y="2498"/>
                  </a:cubicBezTo>
                  <a:lnTo>
                    <a:pt x="74" y="2830"/>
                  </a:lnTo>
                  <a:lnTo>
                    <a:pt x="2962" y="1109"/>
                  </a:lnTo>
                  <a:cubicBezTo>
                    <a:pt x="2962" y="1109"/>
                    <a:pt x="2615" y="0"/>
                    <a:pt x="253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17;p33">
              <a:extLst>
                <a:ext uri="{FF2B5EF4-FFF2-40B4-BE49-F238E27FC236}">
                  <a16:creationId xmlns:a16="http://schemas.microsoft.com/office/drawing/2014/main" id="{4A9D73F4-0284-7C40-309E-7DD79554A446}"/>
                </a:ext>
              </a:extLst>
            </p:cNvPr>
            <p:cNvSpPr/>
            <p:nvPr/>
          </p:nvSpPr>
          <p:spPr>
            <a:xfrm>
              <a:off x="9684920" y="463769"/>
              <a:ext cx="217002" cy="197530"/>
            </a:xfrm>
            <a:custGeom>
              <a:avLst/>
              <a:gdLst/>
              <a:ahLst/>
              <a:cxnLst/>
              <a:rect l="l" t="t" r="r" b="b"/>
              <a:pathLst>
                <a:path w="2053" h="2009" extrusionOk="0">
                  <a:moveTo>
                    <a:pt x="768" y="1"/>
                  </a:moveTo>
                  <a:cubicBezTo>
                    <a:pt x="633" y="1"/>
                    <a:pt x="498" y="27"/>
                    <a:pt x="369" y="91"/>
                  </a:cubicBezTo>
                  <a:lnTo>
                    <a:pt x="0" y="558"/>
                  </a:lnTo>
                  <a:cubicBezTo>
                    <a:pt x="0" y="558"/>
                    <a:pt x="148" y="476"/>
                    <a:pt x="383" y="476"/>
                  </a:cubicBezTo>
                  <a:cubicBezTo>
                    <a:pt x="782" y="476"/>
                    <a:pt x="1432" y="715"/>
                    <a:pt x="2028" y="2008"/>
                  </a:cubicBezTo>
                  <a:cubicBezTo>
                    <a:pt x="2052" y="1910"/>
                    <a:pt x="2052" y="595"/>
                    <a:pt x="2052" y="595"/>
                  </a:cubicBezTo>
                  <a:cubicBezTo>
                    <a:pt x="2052" y="595"/>
                    <a:pt x="1408" y="1"/>
                    <a:pt x="768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218;p33">
              <a:extLst>
                <a:ext uri="{FF2B5EF4-FFF2-40B4-BE49-F238E27FC236}">
                  <a16:creationId xmlns:a16="http://schemas.microsoft.com/office/drawing/2014/main" id="{33C46EFF-A728-8A6F-C308-A15D73582D12}"/>
                </a:ext>
              </a:extLst>
            </p:cNvPr>
            <p:cNvSpPr/>
            <p:nvPr/>
          </p:nvSpPr>
          <p:spPr>
            <a:xfrm>
              <a:off x="9896637" y="429159"/>
              <a:ext cx="174088" cy="104025"/>
            </a:xfrm>
            <a:custGeom>
              <a:avLst/>
              <a:gdLst/>
              <a:ahLst/>
              <a:cxnLst/>
              <a:rect l="l" t="t" r="r" b="b"/>
              <a:pathLst>
                <a:path w="1647" h="1058" extrusionOk="0">
                  <a:moveTo>
                    <a:pt x="393" y="1"/>
                  </a:moveTo>
                  <a:cubicBezTo>
                    <a:pt x="369" y="1"/>
                    <a:pt x="0" y="124"/>
                    <a:pt x="0" y="124"/>
                  </a:cubicBezTo>
                  <a:cubicBezTo>
                    <a:pt x="578" y="419"/>
                    <a:pt x="713" y="566"/>
                    <a:pt x="848" y="1058"/>
                  </a:cubicBezTo>
                  <a:lnTo>
                    <a:pt x="1647" y="837"/>
                  </a:lnTo>
                  <a:cubicBezTo>
                    <a:pt x="1647" y="837"/>
                    <a:pt x="1241" y="259"/>
                    <a:pt x="39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219;p33">
              <a:extLst>
                <a:ext uri="{FF2B5EF4-FFF2-40B4-BE49-F238E27FC236}">
                  <a16:creationId xmlns:a16="http://schemas.microsoft.com/office/drawing/2014/main" id="{24BFA656-AE0C-E608-3231-34C5A4BCC5B4}"/>
                </a:ext>
              </a:extLst>
            </p:cNvPr>
            <p:cNvSpPr/>
            <p:nvPr/>
          </p:nvSpPr>
          <p:spPr>
            <a:xfrm>
              <a:off x="9418661" y="2992845"/>
              <a:ext cx="523532" cy="193400"/>
            </a:xfrm>
            <a:custGeom>
              <a:avLst/>
              <a:gdLst/>
              <a:ahLst/>
              <a:cxnLst/>
              <a:rect l="l" t="t" r="r" b="b"/>
              <a:pathLst>
                <a:path w="4953" h="1967" extrusionOk="0">
                  <a:moveTo>
                    <a:pt x="4399" y="1"/>
                  </a:moveTo>
                  <a:cubicBezTo>
                    <a:pt x="4399" y="1"/>
                    <a:pt x="4008" y="450"/>
                    <a:pt x="3553" y="450"/>
                  </a:cubicBezTo>
                  <a:cubicBezTo>
                    <a:pt x="3342" y="450"/>
                    <a:pt x="3118" y="354"/>
                    <a:pt x="2913" y="75"/>
                  </a:cubicBezTo>
                  <a:cubicBezTo>
                    <a:pt x="2911" y="73"/>
                    <a:pt x="2908" y="72"/>
                    <a:pt x="2902" y="72"/>
                  </a:cubicBezTo>
                  <a:cubicBezTo>
                    <a:pt x="2742" y="72"/>
                    <a:pt x="923" y="946"/>
                    <a:pt x="209" y="1279"/>
                  </a:cubicBezTo>
                  <a:cubicBezTo>
                    <a:pt x="37" y="1365"/>
                    <a:pt x="1" y="1598"/>
                    <a:pt x="136" y="1733"/>
                  </a:cubicBezTo>
                  <a:cubicBezTo>
                    <a:pt x="259" y="1856"/>
                    <a:pt x="455" y="1967"/>
                    <a:pt x="738" y="1967"/>
                  </a:cubicBezTo>
                  <a:cubicBezTo>
                    <a:pt x="1377" y="1967"/>
                    <a:pt x="4891" y="1758"/>
                    <a:pt x="4891" y="1758"/>
                  </a:cubicBezTo>
                  <a:cubicBezTo>
                    <a:pt x="4891" y="1758"/>
                    <a:pt x="4952" y="333"/>
                    <a:pt x="4399" y="1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220;p33">
              <a:extLst>
                <a:ext uri="{FF2B5EF4-FFF2-40B4-BE49-F238E27FC236}">
                  <a16:creationId xmlns:a16="http://schemas.microsoft.com/office/drawing/2014/main" id="{C57BB2EC-6282-151A-DC24-4F1C90D70A76}"/>
                </a:ext>
              </a:extLst>
            </p:cNvPr>
            <p:cNvSpPr/>
            <p:nvPr/>
          </p:nvSpPr>
          <p:spPr>
            <a:xfrm>
              <a:off x="9418661" y="2992845"/>
              <a:ext cx="515710" cy="177767"/>
            </a:xfrm>
            <a:custGeom>
              <a:avLst/>
              <a:gdLst/>
              <a:ahLst/>
              <a:cxnLst/>
              <a:rect l="l" t="t" r="r" b="b"/>
              <a:pathLst>
                <a:path w="4879" h="1808" extrusionOk="0">
                  <a:moveTo>
                    <a:pt x="4399" y="1"/>
                  </a:moveTo>
                  <a:cubicBezTo>
                    <a:pt x="4399" y="1"/>
                    <a:pt x="4008" y="450"/>
                    <a:pt x="3553" y="450"/>
                  </a:cubicBezTo>
                  <a:cubicBezTo>
                    <a:pt x="3342" y="450"/>
                    <a:pt x="3118" y="354"/>
                    <a:pt x="2913" y="75"/>
                  </a:cubicBezTo>
                  <a:cubicBezTo>
                    <a:pt x="2911" y="73"/>
                    <a:pt x="2908" y="72"/>
                    <a:pt x="2902" y="72"/>
                  </a:cubicBezTo>
                  <a:cubicBezTo>
                    <a:pt x="2742" y="72"/>
                    <a:pt x="923" y="946"/>
                    <a:pt x="209" y="1279"/>
                  </a:cubicBezTo>
                  <a:cubicBezTo>
                    <a:pt x="37" y="1365"/>
                    <a:pt x="1" y="1598"/>
                    <a:pt x="136" y="1733"/>
                  </a:cubicBezTo>
                  <a:cubicBezTo>
                    <a:pt x="160" y="1758"/>
                    <a:pt x="185" y="1783"/>
                    <a:pt x="222" y="1807"/>
                  </a:cubicBezTo>
                  <a:cubicBezTo>
                    <a:pt x="897" y="1733"/>
                    <a:pt x="3687" y="1512"/>
                    <a:pt x="4879" y="1414"/>
                  </a:cubicBezTo>
                  <a:cubicBezTo>
                    <a:pt x="4866" y="959"/>
                    <a:pt x="4768" y="222"/>
                    <a:pt x="4399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221;p33">
              <a:extLst>
                <a:ext uri="{FF2B5EF4-FFF2-40B4-BE49-F238E27FC236}">
                  <a16:creationId xmlns:a16="http://schemas.microsoft.com/office/drawing/2014/main" id="{FE7E7403-EFF8-6839-C199-9F0F4E497E7E}"/>
                </a:ext>
              </a:extLst>
            </p:cNvPr>
            <p:cNvSpPr/>
            <p:nvPr/>
          </p:nvSpPr>
          <p:spPr>
            <a:xfrm>
              <a:off x="9838185" y="3081042"/>
              <a:ext cx="97455" cy="65384"/>
            </a:xfrm>
            <a:custGeom>
              <a:avLst/>
              <a:gdLst/>
              <a:ahLst/>
              <a:cxnLst/>
              <a:rect l="l" t="t" r="r" b="b"/>
              <a:pathLst>
                <a:path w="922" h="665" extrusionOk="0">
                  <a:moveTo>
                    <a:pt x="873" y="1"/>
                  </a:moveTo>
                  <a:cubicBezTo>
                    <a:pt x="0" y="173"/>
                    <a:pt x="209" y="664"/>
                    <a:pt x="209" y="664"/>
                  </a:cubicBezTo>
                  <a:lnTo>
                    <a:pt x="922" y="517"/>
                  </a:lnTo>
                  <a:lnTo>
                    <a:pt x="873" y="1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222;p33">
              <a:extLst>
                <a:ext uri="{FF2B5EF4-FFF2-40B4-BE49-F238E27FC236}">
                  <a16:creationId xmlns:a16="http://schemas.microsoft.com/office/drawing/2014/main" id="{2B090614-6457-C193-F9D9-0E61A8E62AE5}"/>
                </a:ext>
              </a:extLst>
            </p:cNvPr>
            <p:cNvSpPr/>
            <p:nvPr/>
          </p:nvSpPr>
          <p:spPr>
            <a:xfrm>
              <a:off x="9442021" y="3131875"/>
              <a:ext cx="493619" cy="54372"/>
            </a:xfrm>
            <a:custGeom>
              <a:avLst/>
              <a:gdLst/>
              <a:ahLst/>
              <a:cxnLst/>
              <a:rect l="l" t="t" r="r" b="b"/>
              <a:pathLst>
                <a:path w="4670" h="553" extrusionOk="0">
                  <a:moveTo>
                    <a:pt x="4658" y="0"/>
                  </a:moveTo>
                  <a:cubicBezTo>
                    <a:pt x="3466" y="98"/>
                    <a:pt x="676" y="319"/>
                    <a:pt x="1" y="393"/>
                  </a:cubicBezTo>
                  <a:cubicBezTo>
                    <a:pt x="124" y="479"/>
                    <a:pt x="283" y="553"/>
                    <a:pt x="517" y="553"/>
                  </a:cubicBezTo>
                  <a:cubicBezTo>
                    <a:pt x="1156" y="553"/>
                    <a:pt x="4670" y="344"/>
                    <a:pt x="4670" y="344"/>
                  </a:cubicBezTo>
                  <a:cubicBezTo>
                    <a:pt x="4670" y="344"/>
                    <a:pt x="4670" y="209"/>
                    <a:pt x="46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223;p33">
              <a:extLst>
                <a:ext uri="{FF2B5EF4-FFF2-40B4-BE49-F238E27FC236}">
                  <a16:creationId xmlns:a16="http://schemas.microsoft.com/office/drawing/2014/main" id="{C7A130A5-15E6-9D31-30BD-C443A9F571C2}"/>
                </a:ext>
              </a:extLst>
            </p:cNvPr>
            <p:cNvSpPr/>
            <p:nvPr/>
          </p:nvSpPr>
          <p:spPr>
            <a:xfrm>
              <a:off x="10114802" y="2984390"/>
              <a:ext cx="494993" cy="311682"/>
            </a:xfrm>
            <a:custGeom>
              <a:avLst/>
              <a:gdLst/>
              <a:ahLst/>
              <a:cxnLst/>
              <a:rect l="l" t="t" r="r" b="b"/>
              <a:pathLst>
                <a:path w="4683" h="3170" extrusionOk="0">
                  <a:moveTo>
                    <a:pt x="3625" y="1"/>
                  </a:moveTo>
                  <a:cubicBezTo>
                    <a:pt x="3625" y="1"/>
                    <a:pt x="3330" y="754"/>
                    <a:pt x="2752" y="754"/>
                  </a:cubicBezTo>
                  <a:cubicBezTo>
                    <a:pt x="2603" y="754"/>
                    <a:pt x="2435" y="704"/>
                    <a:pt x="2249" y="578"/>
                  </a:cubicBezTo>
                  <a:cubicBezTo>
                    <a:pt x="2248" y="578"/>
                    <a:pt x="2247" y="578"/>
                    <a:pt x="2246" y="578"/>
                  </a:cubicBezTo>
                  <a:cubicBezTo>
                    <a:pt x="2152" y="578"/>
                    <a:pt x="682" y="2072"/>
                    <a:pt x="136" y="2643"/>
                  </a:cubicBezTo>
                  <a:cubicBezTo>
                    <a:pt x="1" y="2778"/>
                    <a:pt x="37" y="3011"/>
                    <a:pt x="209" y="3097"/>
                  </a:cubicBezTo>
                  <a:cubicBezTo>
                    <a:pt x="300" y="3139"/>
                    <a:pt x="411" y="3169"/>
                    <a:pt x="539" y="3169"/>
                  </a:cubicBezTo>
                  <a:cubicBezTo>
                    <a:pt x="637" y="3169"/>
                    <a:pt x="744" y="3152"/>
                    <a:pt x="861" y="3110"/>
                  </a:cubicBezTo>
                  <a:cubicBezTo>
                    <a:pt x="1463" y="2888"/>
                    <a:pt x="4682" y="1488"/>
                    <a:pt x="4682" y="1488"/>
                  </a:cubicBezTo>
                  <a:cubicBezTo>
                    <a:pt x="4682" y="1488"/>
                    <a:pt x="4252" y="124"/>
                    <a:pt x="3625" y="1"/>
                  </a:cubicBezTo>
                  <a:close/>
                </a:path>
              </a:pathLst>
            </a:custGeom>
            <a:solidFill>
              <a:srgbClr val="281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224;p33">
              <a:extLst>
                <a:ext uri="{FF2B5EF4-FFF2-40B4-BE49-F238E27FC236}">
                  <a16:creationId xmlns:a16="http://schemas.microsoft.com/office/drawing/2014/main" id="{B3416578-1FF3-FB72-99A3-CB4A3BE91AE6}"/>
                </a:ext>
              </a:extLst>
            </p:cNvPr>
            <p:cNvSpPr/>
            <p:nvPr/>
          </p:nvSpPr>
          <p:spPr>
            <a:xfrm>
              <a:off x="10114802" y="2984390"/>
              <a:ext cx="481992" cy="308241"/>
            </a:xfrm>
            <a:custGeom>
              <a:avLst/>
              <a:gdLst/>
              <a:ahLst/>
              <a:cxnLst/>
              <a:rect l="l" t="t" r="r" b="b"/>
              <a:pathLst>
                <a:path w="4560" h="3135" extrusionOk="0">
                  <a:moveTo>
                    <a:pt x="3625" y="1"/>
                  </a:moveTo>
                  <a:cubicBezTo>
                    <a:pt x="3625" y="1"/>
                    <a:pt x="3330" y="754"/>
                    <a:pt x="2752" y="754"/>
                  </a:cubicBezTo>
                  <a:cubicBezTo>
                    <a:pt x="2603" y="754"/>
                    <a:pt x="2435" y="704"/>
                    <a:pt x="2249" y="578"/>
                  </a:cubicBezTo>
                  <a:cubicBezTo>
                    <a:pt x="2248" y="578"/>
                    <a:pt x="2247" y="578"/>
                    <a:pt x="2246" y="578"/>
                  </a:cubicBezTo>
                  <a:cubicBezTo>
                    <a:pt x="2152" y="578"/>
                    <a:pt x="682" y="2072"/>
                    <a:pt x="136" y="2643"/>
                  </a:cubicBezTo>
                  <a:cubicBezTo>
                    <a:pt x="1" y="2778"/>
                    <a:pt x="37" y="3011"/>
                    <a:pt x="209" y="3097"/>
                  </a:cubicBezTo>
                  <a:cubicBezTo>
                    <a:pt x="246" y="3110"/>
                    <a:pt x="283" y="3122"/>
                    <a:pt x="320" y="3134"/>
                  </a:cubicBezTo>
                  <a:cubicBezTo>
                    <a:pt x="922" y="2839"/>
                    <a:pt x="3466" y="1660"/>
                    <a:pt x="4559" y="1156"/>
                  </a:cubicBezTo>
                  <a:cubicBezTo>
                    <a:pt x="4387" y="750"/>
                    <a:pt x="4055" y="87"/>
                    <a:pt x="3625" y="1"/>
                  </a:cubicBez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225;p33">
              <a:extLst>
                <a:ext uri="{FF2B5EF4-FFF2-40B4-BE49-F238E27FC236}">
                  <a16:creationId xmlns:a16="http://schemas.microsoft.com/office/drawing/2014/main" id="{3F8943CE-D359-46F4-3FA7-6AEB92C977AE}"/>
                </a:ext>
              </a:extLst>
            </p:cNvPr>
            <p:cNvSpPr/>
            <p:nvPr/>
          </p:nvSpPr>
          <p:spPr>
            <a:xfrm>
              <a:off x="10492786" y="3052134"/>
              <a:ext cx="104009" cy="84656"/>
            </a:xfrm>
            <a:custGeom>
              <a:avLst/>
              <a:gdLst/>
              <a:ahLst/>
              <a:cxnLst/>
              <a:rect l="l" t="t" r="r" b="b"/>
              <a:pathLst>
                <a:path w="984" h="861" extrusionOk="0">
                  <a:moveTo>
                    <a:pt x="762" y="0"/>
                  </a:moveTo>
                  <a:cubicBezTo>
                    <a:pt x="0" y="467"/>
                    <a:pt x="381" y="860"/>
                    <a:pt x="381" y="860"/>
                  </a:cubicBezTo>
                  <a:lnTo>
                    <a:pt x="983" y="467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71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226;p33">
              <a:extLst>
                <a:ext uri="{FF2B5EF4-FFF2-40B4-BE49-F238E27FC236}">
                  <a16:creationId xmlns:a16="http://schemas.microsoft.com/office/drawing/2014/main" id="{9FFBC38E-FE11-B9B0-AEE2-A539630E912F}"/>
                </a:ext>
              </a:extLst>
            </p:cNvPr>
            <p:cNvSpPr/>
            <p:nvPr/>
          </p:nvSpPr>
          <p:spPr>
            <a:xfrm>
              <a:off x="10148626" y="3097953"/>
              <a:ext cx="461169" cy="197530"/>
            </a:xfrm>
            <a:custGeom>
              <a:avLst/>
              <a:gdLst/>
              <a:ahLst/>
              <a:cxnLst/>
              <a:rect l="l" t="t" r="r" b="b"/>
              <a:pathLst>
                <a:path w="4363" h="2009" extrusionOk="0">
                  <a:moveTo>
                    <a:pt x="4239" y="1"/>
                  </a:moveTo>
                  <a:cubicBezTo>
                    <a:pt x="3146" y="505"/>
                    <a:pt x="602" y="1684"/>
                    <a:pt x="0" y="1979"/>
                  </a:cubicBezTo>
                  <a:cubicBezTo>
                    <a:pt x="64" y="1997"/>
                    <a:pt x="139" y="2009"/>
                    <a:pt x="222" y="2009"/>
                  </a:cubicBezTo>
                  <a:cubicBezTo>
                    <a:pt x="315" y="2009"/>
                    <a:pt x="418" y="1994"/>
                    <a:pt x="528" y="1955"/>
                  </a:cubicBezTo>
                  <a:lnTo>
                    <a:pt x="541" y="1955"/>
                  </a:lnTo>
                  <a:cubicBezTo>
                    <a:pt x="1143" y="1733"/>
                    <a:pt x="4362" y="333"/>
                    <a:pt x="4362" y="333"/>
                  </a:cubicBezTo>
                  <a:cubicBezTo>
                    <a:pt x="4362" y="333"/>
                    <a:pt x="4313" y="198"/>
                    <a:pt x="42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227;p33">
              <a:extLst>
                <a:ext uri="{FF2B5EF4-FFF2-40B4-BE49-F238E27FC236}">
                  <a16:creationId xmlns:a16="http://schemas.microsoft.com/office/drawing/2014/main" id="{34639A8E-9501-4A7F-3ED6-82749E7890FE}"/>
                </a:ext>
              </a:extLst>
            </p:cNvPr>
            <p:cNvSpPr/>
            <p:nvPr/>
          </p:nvSpPr>
          <p:spPr>
            <a:xfrm>
              <a:off x="9648559" y="749398"/>
              <a:ext cx="172820" cy="697205"/>
            </a:xfrm>
            <a:custGeom>
              <a:avLst/>
              <a:gdLst/>
              <a:ahLst/>
              <a:cxnLst/>
              <a:rect l="l" t="t" r="r" b="b"/>
              <a:pathLst>
                <a:path w="1635" h="7091" fill="none" extrusionOk="0">
                  <a:moveTo>
                    <a:pt x="0" y="7090"/>
                  </a:moveTo>
                  <a:lnTo>
                    <a:pt x="1635" y="3256"/>
                  </a:lnTo>
                  <a:lnTo>
                    <a:pt x="1585" y="0"/>
                  </a:lnTo>
                </a:path>
              </a:pathLst>
            </a:custGeom>
            <a:noFill/>
            <a:ln w="400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5" name="Google Shape;3008;p49">
            <a:extLst>
              <a:ext uri="{FF2B5EF4-FFF2-40B4-BE49-F238E27FC236}">
                <a16:creationId xmlns:a16="http://schemas.microsoft.com/office/drawing/2014/main" id="{9837DB17-6D89-5F6A-EA59-F7E1CA935933}"/>
              </a:ext>
            </a:extLst>
          </p:cNvPr>
          <p:cNvGrpSpPr/>
          <p:nvPr/>
        </p:nvGrpSpPr>
        <p:grpSpPr>
          <a:xfrm>
            <a:off x="4897211" y="1366235"/>
            <a:ext cx="1420048" cy="897008"/>
            <a:chOff x="6921600" y="2076725"/>
            <a:chExt cx="453675" cy="286575"/>
          </a:xfrm>
        </p:grpSpPr>
        <p:sp>
          <p:nvSpPr>
            <p:cNvPr id="1016" name="Google Shape;3009;p49">
              <a:extLst>
                <a:ext uri="{FF2B5EF4-FFF2-40B4-BE49-F238E27FC236}">
                  <a16:creationId xmlns:a16="http://schemas.microsoft.com/office/drawing/2014/main" id="{2D223928-51A1-E8A4-8685-630F1AB512BC}"/>
                </a:ext>
              </a:extLst>
            </p:cNvPr>
            <p:cNvSpPr/>
            <p:nvPr/>
          </p:nvSpPr>
          <p:spPr>
            <a:xfrm>
              <a:off x="7039300" y="2108450"/>
              <a:ext cx="175050" cy="59425"/>
            </a:xfrm>
            <a:custGeom>
              <a:avLst/>
              <a:gdLst/>
              <a:ahLst/>
              <a:cxnLst/>
              <a:rect l="l" t="t" r="r" b="b"/>
              <a:pathLst>
                <a:path w="7002" h="2377" extrusionOk="0">
                  <a:moveTo>
                    <a:pt x="1200" y="1"/>
                  </a:moveTo>
                  <a:lnTo>
                    <a:pt x="1" y="618"/>
                  </a:lnTo>
                  <a:lnTo>
                    <a:pt x="4515" y="2364"/>
                  </a:lnTo>
                  <a:cubicBezTo>
                    <a:pt x="4533" y="2373"/>
                    <a:pt x="4551" y="2377"/>
                    <a:pt x="4568" y="2377"/>
                  </a:cubicBezTo>
                  <a:cubicBezTo>
                    <a:pt x="4586" y="2377"/>
                    <a:pt x="4604" y="2373"/>
                    <a:pt x="4621" y="2364"/>
                  </a:cubicBezTo>
                  <a:lnTo>
                    <a:pt x="6896" y="1165"/>
                  </a:lnTo>
                  <a:cubicBezTo>
                    <a:pt x="7002" y="1112"/>
                    <a:pt x="6984" y="953"/>
                    <a:pt x="6878" y="935"/>
                  </a:cubicBezTo>
                  <a:cubicBezTo>
                    <a:pt x="5997" y="688"/>
                    <a:pt x="3316" y="18"/>
                    <a:pt x="1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3010;p49">
              <a:extLst>
                <a:ext uri="{FF2B5EF4-FFF2-40B4-BE49-F238E27FC236}">
                  <a16:creationId xmlns:a16="http://schemas.microsoft.com/office/drawing/2014/main" id="{D298DCBC-28B2-4D80-2F4D-9BFDCEAF818B}"/>
                </a:ext>
              </a:extLst>
            </p:cNvPr>
            <p:cNvSpPr/>
            <p:nvPr/>
          </p:nvSpPr>
          <p:spPr>
            <a:xfrm>
              <a:off x="7039750" y="2115500"/>
              <a:ext cx="136700" cy="52375"/>
            </a:xfrm>
            <a:custGeom>
              <a:avLst/>
              <a:gdLst/>
              <a:ahLst/>
              <a:cxnLst/>
              <a:rect l="l" t="t" r="r" b="b"/>
              <a:pathLst>
                <a:path w="5468" h="2095" extrusionOk="0">
                  <a:moveTo>
                    <a:pt x="653" y="1"/>
                  </a:moveTo>
                  <a:lnTo>
                    <a:pt x="1" y="336"/>
                  </a:lnTo>
                  <a:lnTo>
                    <a:pt x="4515" y="2082"/>
                  </a:lnTo>
                  <a:cubicBezTo>
                    <a:pt x="4524" y="2091"/>
                    <a:pt x="4542" y="2095"/>
                    <a:pt x="4559" y="2095"/>
                  </a:cubicBezTo>
                  <a:cubicBezTo>
                    <a:pt x="4577" y="2095"/>
                    <a:pt x="4594" y="2091"/>
                    <a:pt x="4603" y="2082"/>
                  </a:cubicBezTo>
                  <a:lnTo>
                    <a:pt x="5467" y="1623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3011;p49">
              <a:extLst>
                <a:ext uri="{FF2B5EF4-FFF2-40B4-BE49-F238E27FC236}">
                  <a16:creationId xmlns:a16="http://schemas.microsoft.com/office/drawing/2014/main" id="{71DD9BAD-FF29-2AC2-CC40-D1465842F558}"/>
                </a:ext>
              </a:extLst>
            </p:cNvPr>
            <p:cNvSpPr/>
            <p:nvPr/>
          </p:nvSpPr>
          <p:spPr>
            <a:xfrm>
              <a:off x="6930850" y="2076725"/>
              <a:ext cx="444425" cy="202025"/>
            </a:xfrm>
            <a:custGeom>
              <a:avLst/>
              <a:gdLst/>
              <a:ahLst/>
              <a:cxnLst/>
              <a:rect l="l" t="t" r="r" b="b"/>
              <a:pathLst>
                <a:path w="17777" h="8081" extrusionOk="0">
                  <a:moveTo>
                    <a:pt x="15179" y="1"/>
                  </a:moveTo>
                  <a:cubicBezTo>
                    <a:pt x="14823" y="1"/>
                    <a:pt x="14481" y="80"/>
                    <a:pt x="14161" y="247"/>
                  </a:cubicBezTo>
                  <a:lnTo>
                    <a:pt x="3510" y="5855"/>
                  </a:lnTo>
                  <a:lnTo>
                    <a:pt x="865" y="5026"/>
                  </a:lnTo>
                  <a:lnTo>
                    <a:pt x="1" y="5520"/>
                  </a:lnTo>
                  <a:lnTo>
                    <a:pt x="124" y="5766"/>
                  </a:lnTo>
                  <a:cubicBezTo>
                    <a:pt x="898" y="7240"/>
                    <a:pt x="2406" y="8080"/>
                    <a:pt x="3966" y="8080"/>
                  </a:cubicBezTo>
                  <a:cubicBezTo>
                    <a:pt x="4646" y="8080"/>
                    <a:pt x="5336" y="7920"/>
                    <a:pt x="5979" y="7583"/>
                  </a:cubicBezTo>
                  <a:lnTo>
                    <a:pt x="17053" y="1763"/>
                  </a:lnTo>
                  <a:cubicBezTo>
                    <a:pt x="17776" y="1393"/>
                    <a:pt x="17583" y="317"/>
                    <a:pt x="16771" y="194"/>
                  </a:cubicBezTo>
                  <a:lnTo>
                    <a:pt x="16648" y="176"/>
                  </a:lnTo>
                  <a:lnTo>
                    <a:pt x="15749" y="53"/>
                  </a:lnTo>
                  <a:lnTo>
                    <a:pt x="15466" y="18"/>
                  </a:lnTo>
                  <a:cubicBezTo>
                    <a:pt x="15370" y="6"/>
                    <a:pt x="15274" y="1"/>
                    <a:pt x="151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3012;p49">
              <a:extLst>
                <a:ext uri="{FF2B5EF4-FFF2-40B4-BE49-F238E27FC236}">
                  <a16:creationId xmlns:a16="http://schemas.microsoft.com/office/drawing/2014/main" id="{62620BB7-C1CB-8C72-D6C5-D21F161ED633}"/>
                </a:ext>
              </a:extLst>
            </p:cNvPr>
            <p:cNvSpPr/>
            <p:nvPr/>
          </p:nvSpPr>
          <p:spPr>
            <a:xfrm>
              <a:off x="7025200" y="2098325"/>
              <a:ext cx="344350" cy="180450"/>
            </a:xfrm>
            <a:custGeom>
              <a:avLst/>
              <a:gdLst/>
              <a:ahLst/>
              <a:cxnLst/>
              <a:rect l="l" t="t" r="r" b="b"/>
              <a:pathLst>
                <a:path w="13774" h="7218" extrusionOk="0">
                  <a:moveTo>
                    <a:pt x="13720" y="0"/>
                  </a:moveTo>
                  <a:lnTo>
                    <a:pt x="1" y="7213"/>
                  </a:lnTo>
                  <a:cubicBezTo>
                    <a:pt x="68" y="7216"/>
                    <a:pt x="135" y="7217"/>
                    <a:pt x="202" y="7217"/>
                  </a:cubicBezTo>
                  <a:cubicBezTo>
                    <a:pt x="878" y="7217"/>
                    <a:pt x="1563" y="7056"/>
                    <a:pt x="2205" y="6719"/>
                  </a:cubicBezTo>
                  <a:lnTo>
                    <a:pt x="13279" y="899"/>
                  </a:lnTo>
                  <a:cubicBezTo>
                    <a:pt x="13650" y="705"/>
                    <a:pt x="13773" y="335"/>
                    <a:pt x="13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3013;p49">
              <a:extLst>
                <a:ext uri="{FF2B5EF4-FFF2-40B4-BE49-F238E27FC236}">
                  <a16:creationId xmlns:a16="http://schemas.microsoft.com/office/drawing/2014/main" id="{D9050B0B-3DD9-223B-E647-F8813307EEF3}"/>
                </a:ext>
              </a:extLst>
            </p:cNvPr>
            <p:cNvSpPr/>
            <p:nvPr/>
          </p:nvSpPr>
          <p:spPr>
            <a:xfrm>
              <a:off x="7105450" y="2171875"/>
              <a:ext cx="117025" cy="191425"/>
            </a:xfrm>
            <a:custGeom>
              <a:avLst/>
              <a:gdLst/>
              <a:ahLst/>
              <a:cxnLst/>
              <a:rect l="l" t="t" r="r" b="b"/>
              <a:pathLst>
                <a:path w="4681" h="7657" extrusionOk="0">
                  <a:moveTo>
                    <a:pt x="4492" y="0"/>
                  </a:moveTo>
                  <a:cubicBezTo>
                    <a:pt x="4465" y="0"/>
                    <a:pt x="4437" y="7"/>
                    <a:pt x="4409" y="21"/>
                  </a:cubicBezTo>
                  <a:lnTo>
                    <a:pt x="1517" y="1555"/>
                  </a:lnTo>
                  <a:cubicBezTo>
                    <a:pt x="1481" y="1572"/>
                    <a:pt x="1446" y="1608"/>
                    <a:pt x="1429" y="1661"/>
                  </a:cubicBezTo>
                  <a:lnTo>
                    <a:pt x="0" y="7656"/>
                  </a:lnTo>
                  <a:lnTo>
                    <a:pt x="1517" y="6863"/>
                  </a:lnTo>
                  <a:cubicBezTo>
                    <a:pt x="3033" y="4606"/>
                    <a:pt x="4250" y="1326"/>
                    <a:pt x="4638" y="215"/>
                  </a:cubicBezTo>
                  <a:cubicBezTo>
                    <a:pt x="4680" y="102"/>
                    <a:pt x="4599" y="0"/>
                    <a:pt x="44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3014;p49">
              <a:extLst>
                <a:ext uri="{FF2B5EF4-FFF2-40B4-BE49-F238E27FC236}">
                  <a16:creationId xmlns:a16="http://schemas.microsoft.com/office/drawing/2014/main" id="{FF91A2B9-110A-2752-E7D8-72866D1DE82B}"/>
                </a:ext>
              </a:extLst>
            </p:cNvPr>
            <p:cNvSpPr/>
            <p:nvPr/>
          </p:nvSpPr>
          <p:spPr>
            <a:xfrm>
              <a:off x="7105450" y="2196175"/>
              <a:ext cx="65275" cy="167125"/>
            </a:xfrm>
            <a:custGeom>
              <a:avLst/>
              <a:gdLst/>
              <a:ahLst/>
              <a:cxnLst/>
              <a:rect l="l" t="t" r="r" b="b"/>
              <a:pathLst>
                <a:path w="2611" h="6685" extrusionOk="0">
                  <a:moveTo>
                    <a:pt x="2610" y="1"/>
                  </a:moveTo>
                  <a:lnTo>
                    <a:pt x="1517" y="565"/>
                  </a:lnTo>
                  <a:cubicBezTo>
                    <a:pt x="1481" y="600"/>
                    <a:pt x="1446" y="636"/>
                    <a:pt x="1429" y="671"/>
                  </a:cubicBezTo>
                  <a:lnTo>
                    <a:pt x="0" y="6684"/>
                  </a:lnTo>
                  <a:lnTo>
                    <a:pt x="847" y="6243"/>
                  </a:lnTo>
                  <a:lnTo>
                    <a:pt x="26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3015;p49">
              <a:extLst>
                <a:ext uri="{FF2B5EF4-FFF2-40B4-BE49-F238E27FC236}">
                  <a16:creationId xmlns:a16="http://schemas.microsoft.com/office/drawing/2014/main" id="{B8F5BEC3-8940-7C89-8997-0B51040F468D}"/>
                </a:ext>
              </a:extLst>
            </p:cNvPr>
            <p:cNvSpPr/>
            <p:nvPr/>
          </p:nvSpPr>
          <p:spPr>
            <a:xfrm>
              <a:off x="6921600" y="2226625"/>
              <a:ext cx="66150" cy="36650"/>
            </a:xfrm>
            <a:custGeom>
              <a:avLst/>
              <a:gdLst/>
              <a:ahLst/>
              <a:cxnLst/>
              <a:rect l="l" t="t" r="r" b="b"/>
              <a:pathLst>
                <a:path w="2646" h="1466" extrusionOk="0">
                  <a:moveTo>
                    <a:pt x="2327" y="0"/>
                  </a:moveTo>
                  <a:cubicBezTo>
                    <a:pt x="2178" y="0"/>
                    <a:pt x="1944" y="72"/>
                    <a:pt x="1570" y="264"/>
                  </a:cubicBezTo>
                  <a:cubicBezTo>
                    <a:pt x="882" y="617"/>
                    <a:pt x="1" y="1269"/>
                    <a:pt x="89" y="1428"/>
                  </a:cubicBezTo>
                  <a:cubicBezTo>
                    <a:pt x="100" y="1454"/>
                    <a:pt x="138" y="1466"/>
                    <a:pt x="196" y="1466"/>
                  </a:cubicBezTo>
                  <a:cubicBezTo>
                    <a:pt x="491" y="1466"/>
                    <a:pt x="1312" y="1159"/>
                    <a:pt x="1887" y="864"/>
                  </a:cubicBezTo>
                  <a:cubicBezTo>
                    <a:pt x="2575" y="493"/>
                    <a:pt x="2646" y="299"/>
                    <a:pt x="2558" y="123"/>
                  </a:cubicBezTo>
                  <a:cubicBezTo>
                    <a:pt x="2517" y="51"/>
                    <a:pt x="2452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3016;p49">
              <a:extLst>
                <a:ext uri="{FF2B5EF4-FFF2-40B4-BE49-F238E27FC236}">
                  <a16:creationId xmlns:a16="http://schemas.microsoft.com/office/drawing/2014/main" id="{5D0451BF-1CEE-2C1E-785C-3FDD706BFD1A}"/>
                </a:ext>
              </a:extLst>
            </p:cNvPr>
            <p:cNvSpPr/>
            <p:nvPr/>
          </p:nvSpPr>
          <p:spPr>
            <a:xfrm>
              <a:off x="6923375" y="2229700"/>
              <a:ext cx="64375" cy="33575"/>
            </a:xfrm>
            <a:custGeom>
              <a:avLst/>
              <a:gdLst/>
              <a:ahLst/>
              <a:cxnLst/>
              <a:rect l="l" t="t" r="r" b="b"/>
              <a:pathLst>
                <a:path w="2575" h="1343" extrusionOk="0">
                  <a:moveTo>
                    <a:pt x="2487" y="0"/>
                  </a:moveTo>
                  <a:lnTo>
                    <a:pt x="0" y="1287"/>
                  </a:lnTo>
                  <a:cubicBezTo>
                    <a:pt x="0" y="1287"/>
                    <a:pt x="0" y="1305"/>
                    <a:pt x="0" y="1305"/>
                  </a:cubicBezTo>
                  <a:cubicBezTo>
                    <a:pt x="15" y="1331"/>
                    <a:pt x="55" y="1343"/>
                    <a:pt x="114" y="1343"/>
                  </a:cubicBezTo>
                  <a:cubicBezTo>
                    <a:pt x="420" y="1343"/>
                    <a:pt x="1241" y="1036"/>
                    <a:pt x="1816" y="741"/>
                  </a:cubicBezTo>
                  <a:cubicBezTo>
                    <a:pt x="2504" y="370"/>
                    <a:pt x="2575" y="159"/>
                    <a:pt x="24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3017;p49">
              <a:extLst>
                <a:ext uri="{FF2B5EF4-FFF2-40B4-BE49-F238E27FC236}">
                  <a16:creationId xmlns:a16="http://schemas.microsoft.com/office/drawing/2014/main" id="{97422B4A-9249-8D71-F6CB-B4CF5E744B9A}"/>
                </a:ext>
              </a:extLst>
            </p:cNvPr>
            <p:cNvSpPr/>
            <p:nvPr/>
          </p:nvSpPr>
          <p:spPr>
            <a:xfrm>
              <a:off x="7045050" y="2222825"/>
              <a:ext cx="13250" cy="12700"/>
            </a:xfrm>
            <a:custGeom>
              <a:avLst/>
              <a:gdLst/>
              <a:ahLst/>
              <a:cxnLst/>
              <a:rect l="l" t="t" r="r" b="b"/>
              <a:pathLst>
                <a:path w="530" h="508" extrusionOk="0">
                  <a:moveTo>
                    <a:pt x="234" y="0"/>
                  </a:moveTo>
                  <a:cubicBezTo>
                    <a:pt x="202" y="0"/>
                    <a:pt x="170" y="9"/>
                    <a:pt x="141" y="28"/>
                  </a:cubicBezTo>
                  <a:cubicBezTo>
                    <a:pt x="36" y="81"/>
                    <a:pt x="0" y="240"/>
                    <a:pt x="71" y="363"/>
                  </a:cubicBezTo>
                  <a:cubicBezTo>
                    <a:pt x="123" y="454"/>
                    <a:pt x="213" y="507"/>
                    <a:pt x="300" y="507"/>
                  </a:cubicBezTo>
                  <a:cubicBezTo>
                    <a:pt x="330" y="507"/>
                    <a:pt x="361" y="501"/>
                    <a:pt x="388" y="487"/>
                  </a:cubicBezTo>
                  <a:cubicBezTo>
                    <a:pt x="494" y="434"/>
                    <a:pt x="529" y="275"/>
                    <a:pt x="459" y="152"/>
                  </a:cubicBezTo>
                  <a:cubicBezTo>
                    <a:pt x="407" y="62"/>
                    <a:pt x="319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3018;p49">
              <a:extLst>
                <a:ext uri="{FF2B5EF4-FFF2-40B4-BE49-F238E27FC236}">
                  <a16:creationId xmlns:a16="http://schemas.microsoft.com/office/drawing/2014/main" id="{45B02E92-0970-7D0B-1E7D-1B63D2E5A4E9}"/>
                </a:ext>
              </a:extLst>
            </p:cNvPr>
            <p:cNvSpPr/>
            <p:nvPr/>
          </p:nvSpPr>
          <p:spPr>
            <a:xfrm>
              <a:off x="7060925" y="2214625"/>
              <a:ext cx="13250" cy="12525"/>
            </a:xfrm>
            <a:custGeom>
              <a:avLst/>
              <a:gdLst/>
              <a:ahLst/>
              <a:cxnLst/>
              <a:rect l="l" t="t" r="r" b="b"/>
              <a:pathLst>
                <a:path w="530" h="501" extrusionOk="0">
                  <a:moveTo>
                    <a:pt x="229" y="1"/>
                  </a:moveTo>
                  <a:cubicBezTo>
                    <a:pt x="199" y="1"/>
                    <a:pt x="169" y="7"/>
                    <a:pt x="141" y="21"/>
                  </a:cubicBezTo>
                  <a:cubicBezTo>
                    <a:pt x="35" y="74"/>
                    <a:pt x="0" y="233"/>
                    <a:pt x="71" y="356"/>
                  </a:cubicBezTo>
                  <a:cubicBezTo>
                    <a:pt x="110" y="447"/>
                    <a:pt x="206" y="500"/>
                    <a:pt x="297" y="500"/>
                  </a:cubicBezTo>
                  <a:cubicBezTo>
                    <a:pt x="329" y="500"/>
                    <a:pt x="360" y="494"/>
                    <a:pt x="388" y="480"/>
                  </a:cubicBezTo>
                  <a:cubicBezTo>
                    <a:pt x="494" y="427"/>
                    <a:pt x="529" y="268"/>
                    <a:pt x="459" y="145"/>
                  </a:cubicBezTo>
                  <a:cubicBezTo>
                    <a:pt x="406" y="53"/>
                    <a:pt x="316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3019;p49">
              <a:extLst>
                <a:ext uri="{FF2B5EF4-FFF2-40B4-BE49-F238E27FC236}">
                  <a16:creationId xmlns:a16="http://schemas.microsoft.com/office/drawing/2014/main" id="{FCDA902F-B095-3569-C3C6-13B3DD3ED996}"/>
                </a:ext>
              </a:extLst>
            </p:cNvPr>
            <p:cNvSpPr/>
            <p:nvPr/>
          </p:nvSpPr>
          <p:spPr>
            <a:xfrm>
              <a:off x="7076350" y="2206250"/>
              <a:ext cx="13675" cy="12700"/>
            </a:xfrm>
            <a:custGeom>
              <a:avLst/>
              <a:gdLst/>
              <a:ahLst/>
              <a:cxnLst/>
              <a:rect l="l" t="t" r="r" b="b"/>
              <a:pathLst>
                <a:path w="547" h="508" extrusionOk="0">
                  <a:moveTo>
                    <a:pt x="247" y="1"/>
                  </a:moveTo>
                  <a:cubicBezTo>
                    <a:pt x="217" y="1"/>
                    <a:pt x="187" y="7"/>
                    <a:pt x="159" y="21"/>
                  </a:cubicBezTo>
                  <a:cubicBezTo>
                    <a:pt x="36" y="74"/>
                    <a:pt x="0" y="233"/>
                    <a:pt x="71" y="356"/>
                  </a:cubicBezTo>
                  <a:cubicBezTo>
                    <a:pt x="122" y="446"/>
                    <a:pt x="211" y="508"/>
                    <a:pt x="302" y="508"/>
                  </a:cubicBezTo>
                  <a:cubicBezTo>
                    <a:pt x="337" y="508"/>
                    <a:pt x="372" y="499"/>
                    <a:pt x="406" y="480"/>
                  </a:cubicBezTo>
                  <a:cubicBezTo>
                    <a:pt x="512" y="427"/>
                    <a:pt x="547" y="268"/>
                    <a:pt x="476" y="145"/>
                  </a:cubicBezTo>
                  <a:cubicBezTo>
                    <a:pt x="424" y="53"/>
                    <a:pt x="334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3020;p49">
              <a:extLst>
                <a:ext uri="{FF2B5EF4-FFF2-40B4-BE49-F238E27FC236}">
                  <a16:creationId xmlns:a16="http://schemas.microsoft.com/office/drawing/2014/main" id="{8CA1BCF5-8FB6-B7A1-6E7F-BD8B25034CB6}"/>
                </a:ext>
              </a:extLst>
            </p:cNvPr>
            <p:cNvSpPr/>
            <p:nvPr/>
          </p:nvSpPr>
          <p:spPr>
            <a:xfrm>
              <a:off x="7092225" y="2197875"/>
              <a:ext cx="13675" cy="12950"/>
            </a:xfrm>
            <a:custGeom>
              <a:avLst/>
              <a:gdLst/>
              <a:ahLst/>
              <a:cxnLst/>
              <a:rect l="l" t="t" r="r" b="b"/>
              <a:pathLst>
                <a:path w="547" h="518" extrusionOk="0">
                  <a:moveTo>
                    <a:pt x="247" y="1"/>
                  </a:moveTo>
                  <a:cubicBezTo>
                    <a:pt x="217" y="1"/>
                    <a:pt x="186" y="7"/>
                    <a:pt x="159" y="21"/>
                  </a:cubicBezTo>
                  <a:cubicBezTo>
                    <a:pt x="35" y="74"/>
                    <a:pt x="0" y="233"/>
                    <a:pt x="71" y="356"/>
                  </a:cubicBezTo>
                  <a:cubicBezTo>
                    <a:pt x="123" y="461"/>
                    <a:pt x="215" y="517"/>
                    <a:pt x="302" y="517"/>
                  </a:cubicBezTo>
                  <a:cubicBezTo>
                    <a:pt x="332" y="517"/>
                    <a:pt x="361" y="511"/>
                    <a:pt x="388" y="497"/>
                  </a:cubicBezTo>
                  <a:cubicBezTo>
                    <a:pt x="512" y="427"/>
                    <a:pt x="547" y="286"/>
                    <a:pt x="476" y="145"/>
                  </a:cubicBezTo>
                  <a:cubicBezTo>
                    <a:pt x="424" y="53"/>
                    <a:pt x="334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3021;p49">
              <a:extLst>
                <a:ext uri="{FF2B5EF4-FFF2-40B4-BE49-F238E27FC236}">
                  <a16:creationId xmlns:a16="http://schemas.microsoft.com/office/drawing/2014/main" id="{4330727D-20FF-3308-4F12-D989AE61E76F}"/>
                </a:ext>
              </a:extLst>
            </p:cNvPr>
            <p:cNvSpPr/>
            <p:nvPr/>
          </p:nvSpPr>
          <p:spPr>
            <a:xfrm>
              <a:off x="7108075" y="2189500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239" y="1"/>
                  </a:moveTo>
                  <a:cubicBezTo>
                    <a:pt x="206" y="1"/>
                    <a:pt x="174" y="8"/>
                    <a:pt x="142" y="21"/>
                  </a:cubicBezTo>
                  <a:cubicBezTo>
                    <a:pt x="36" y="92"/>
                    <a:pt x="1" y="233"/>
                    <a:pt x="72" y="356"/>
                  </a:cubicBezTo>
                  <a:cubicBezTo>
                    <a:pt x="124" y="461"/>
                    <a:pt x="216" y="517"/>
                    <a:pt x="303" y="517"/>
                  </a:cubicBezTo>
                  <a:cubicBezTo>
                    <a:pt x="333" y="517"/>
                    <a:pt x="362" y="511"/>
                    <a:pt x="389" y="497"/>
                  </a:cubicBezTo>
                  <a:cubicBezTo>
                    <a:pt x="512" y="427"/>
                    <a:pt x="548" y="286"/>
                    <a:pt x="477" y="162"/>
                  </a:cubicBezTo>
                  <a:cubicBezTo>
                    <a:pt x="425" y="57"/>
                    <a:pt x="333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3022;p49">
              <a:extLst>
                <a:ext uri="{FF2B5EF4-FFF2-40B4-BE49-F238E27FC236}">
                  <a16:creationId xmlns:a16="http://schemas.microsoft.com/office/drawing/2014/main" id="{BAD8F24A-4BAD-481B-05DE-8503A89C5EF3}"/>
                </a:ext>
              </a:extLst>
            </p:cNvPr>
            <p:cNvSpPr/>
            <p:nvPr/>
          </p:nvSpPr>
          <p:spPr>
            <a:xfrm>
              <a:off x="7123950" y="2181125"/>
              <a:ext cx="13250" cy="12950"/>
            </a:xfrm>
            <a:custGeom>
              <a:avLst/>
              <a:gdLst/>
              <a:ahLst/>
              <a:cxnLst/>
              <a:rect l="l" t="t" r="r" b="b"/>
              <a:pathLst>
                <a:path w="530" h="518" extrusionOk="0">
                  <a:moveTo>
                    <a:pt x="231" y="1"/>
                  </a:moveTo>
                  <a:cubicBezTo>
                    <a:pt x="199" y="1"/>
                    <a:pt x="169" y="7"/>
                    <a:pt x="142" y="21"/>
                  </a:cubicBezTo>
                  <a:cubicBezTo>
                    <a:pt x="36" y="92"/>
                    <a:pt x="1" y="233"/>
                    <a:pt x="71" y="374"/>
                  </a:cubicBezTo>
                  <a:cubicBezTo>
                    <a:pt x="123" y="465"/>
                    <a:pt x="214" y="518"/>
                    <a:pt x="300" y="518"/>
                  </a:cubicBezTo>
                  <a:cubicBezTo>
                    <a:pt x="331" y="518"/>
                    <a:pt x="361" y="511"/>
                    <a:pt x="389" y="497"/>
                  </a:cubicBezTo>
                  <a:cubicBezTo>
                    <a:pt x="495" y="444"/>
                    <a:pt x="530" y="286"/>
                    <a:pt x="459" y="162"/>
                  </a:cubicBezTo>
                  <a:cubicBezTo>
                    <a:pt x="420" y="57"/>
                    <a:pt x="322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3023;p49">
              <a:extLst>
                <a:ext uri="{FF2B5EF4-FFF2-40B4-BE49-F238E27FC236}">
                  <a16:creationId xmlns:a16="http://schemas.microsoft.com/office/drawing/2014/main" id="{F36AF1A8-3B78-C864-C9BD-0E35916FD982}"/>
                </a:ext>
              </a:extLst>
            </p:cNvPr>
            <p:cNvSpPr/>
            <p:nvPr/>
          </p:nvSpPr>
          <p:spPr>
            <a:xfrm>
              <a:off x="7139825" y="2173000"/>
              <a:ext cx="13250" cy="12700"/>
            </a:xfrm>
            <a:custGeom>
              <a:avLst/>
              <a:gdLst/>
              <a:ahLst/>
              <a:cxnLst/>
              <a:rect l="l" t="t" r="r" b="b"/>
              <a:pathLst>
                <a:path w="530" h="508" extrusionOk="0">
                  <a:moveTo>
                    <a:pt x="234" y="1"/>
                  </a:moveTo>
                  <a:cubicBezTo>
                    <a:pt x="202" y="1"/>
                    <a:pt x="171" y="9"/>
                    <a:pt x="142" y="29"/>
                  </a:cubicBezTo>
                  <a:cubicBezTo>
                    <a:pt x="36" y="81"/>
                    <a:pt x="1" y="223"/>
                    <a:pt x="71" y="364"/>
                  </a:cubicBezTo>
                  <a:cubicBezTo>
                    <a:pt x="123" y="455"/>
                    <a:pt x="214" y="507"/>
                    <a:pt x="300" y="507"/>
                  </a:cubicBezTo>
                  <a:cubicBezTo>
                    <a:pt x="331" y="507"/>
                    <a:pt x="361" y="501"/>
                    <a:pt x="389" y="487"/>
                  </a:cubicBezTo>
                  <a:cubicBezTo>
                    <a:pt x="494" y="434"/>
                    <a:pt x="530" y="275"/>
                    <a:pt x="459" y="152"/>
                  </a:cubicBezTo>
                  <a:cubicBezTo>
                    <a:pt x="408" y="62"/>
                    <a:pt x="319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3024;p49">
              <a:extLst>
                <a:ext uri="{FF2B5EF4-FFF2-40B4-BE49-F238E27FC236}">
                  <a16:creationId xmlns:a16="http://schemas.microsoft.com/office/drawing/2014/main" id="{9576D2FD-DC0A-334C-698B-1DC2809BBD79}"/>
                </a:ext>
              </a:extLst>
            </p:cNvPr>
            <p:cNvSpPr/>
            <p:nvPr/>
          </p:nvSpPr>
          <p:spPr>
            <a:xfrm>
              <a:off x="7155700" y="2164825"/>
              <a:ext cx="13250" cy="12500"/>
            </a:xfrm>
            <a:custGeom>
              <a:avLst/>
              <a:gdLst/>
              <a:ahLst/>
              <a:cxnLst/>
              <a:rect l="l" t="t" r="r" b="b"/>
              <a:pathLst>
                <a:path w="530" h="500" extrusionOk="0">
                  <a:moveTo>
                    <a:pt x="230" y="0"/>
                  </a:moveTo>
                  <a:cubicBezTo>
                    <a:pt x="199" y="0"/>
                    <a:pt x="169" y="7"/>
                    <a:pt x="142" y="21"/>
                  </a:cubicBezTo>
                  <a:cubicBezTo>
                    <a:pt x="36" y="73"/>
                    <a:pt x="0" y="232"/>
                    <a:pt x="71" y="356"/>
                  </a:cubicBezTo>
                  <a:cubicBezTo>
                    <a:pt x="110" y="447"/>
                    <a:pt x="207" y="499"/>
                    <a:pt x="297" y="499"/>
                  </a:cubicBezTo>
                  <a:cubicBezTo>
                    <a:pt x="330" y="499"/>
                    <a:pt x="361" y="493"/>
                    <a:pt x="388" y="479"/>
                  </a:cubicBezTo>
                  <a:cubicBezTo>
                    <a:pt x="494" y="426"/>
                    <a:pt x="530" y="267"/>
                    <a:pt x="459" y="144"/>
                  </a:cubicBezTo>
                  <a:cubicBezTo>
                    <a:pt x="407" y="53"/>
                    <a:pt x="316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3025;p49">
              <a:extLst>
                <a:ext uri="{FF2B5EF4-FFF2-40B4-BE49-F238E27FC236}">
                  <a16:creationId xmlns:a16="http://schemas.microsoft.com/office/drawing/2014/main" id="{D5CF59A4-27AD-2105-BBCF-3FE7FAA808C5}"/>
                </a:ext>
              </a:extLst>
            </p:cNvPr>
            <p:cNvSpPr/>
            <p:nvPr/>
          </p:nvSpPr>
          <p:spPr>
            <a:xfrm>
              <a:off x="7171125" y="2156450"/>
              <a:ext cx="13700" cy="12675"/>
            </a:xfrm>
            <a:custGeom>
              <a:avLst/>
              <a:gdLst/>
              <a:ahLst/>
              <a:cxnLst/>
              <a:rect l="l" t="t" r="r" b="b"/>
              <a:pathLst>
                <a:path w="548" h="507" extrusionOk="0">
                  <a:moveTo>
                    <a:pt x="248" y="0"/>
                  </a:moveTo>
                  <a:cubicBezTo>
                    <a:pt x="217" y="0"/>
                    <a:pt x="187" y="7"/>
                    <a:pt x="159" y="20"/>
                  </a:cubicBezTo>
                  <a:cubicBezTo>
                    <a:pt x="36" y="73"/>
                    <a:pt x="1" y="232"/>
                    <a:pt x="71" y="356"/>
                  </a:cubicBezTo>
                  <a:cubicBezTo>
                    <a:pt x="123" y="445"/>
                    <a:pt x="211" y="507"/>
                    <a:pt x="303" y="507"/>
                  </a:cubicBezTo>
                  <a:cubicBezTo>
                    <a:pt x="337" y="507"/>
                    <a:pt x="373" y="498"/>
                    <a:pt x="406" y="479"/>
                  </a:cubicBezTo>
                  <a:cubicBezTo>
                    <a:pt x="512" y="426"/>
                    <a:pt x="547" y="267"/>
                    <a:pt x="477" y="144"/>
                  </a:cubicBezTo>
                  <a:cubicBezTo>
                    <a:pt x="425" y="53"/>
                    <a:pt x="334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3026;p49">
              <a:extLst>
                <a:ext uri="{FF2B5EF4-FFF2-40B4-BE49-F238E27FC236}">
                  <a16:creationId xmlns:a16="http://schemas.microsoft.com/office/drawing/2014/main" id="{2FD7DADB-176B-AB02-F2D2-5CFE3D069EFE}"/>
                </a:ext>
              </a:extLst>
            </p:cNvPr>
            <p:cNvSpPr/>
            <p:nvPr/>
          </p:nvSpPr>
          <p:spPr>
            <a:xfrm>
              <a:off x="7187000" y="2148050"/>
              <a:ext cx="13700" cy="12700"/>
            </a:xfrm>
            <a:custGeom>
              <a:avLst/>
              <a:gdLst/>
              <a:ahLst/>
              <a:cxnLst/>
              <a:rect l="l" t="t" r="r" b="b"/>
              <a:pathLst>
                <a:path w="548" h="508" extrusionOk="0">
                  <a:moveTo>
                    <a:pt x="240" y="1"/>
                  </a:moveTo>
                  <a:cubicBezTo>
                    <a:pt x="207" y="1"/>
                    <a:pt x="174" y="8"/>
                    <a:pt x="142" y="21"/>
                  </a:cubicBezTo>
                  <a:cubicBezTo>
                    <a:pt x="36" y="74"/>
                    <a:pt x="1" y="233"/>
                    <a:pt x="71" y="356"/>
                  </a:cubicBezTo>
                  <a:cubicBezTo>
                    <a:pt x="122" y="446"/>
                    <a:pt x="211" y="508"/>
                    <a:pt x="296" y="508"/>
                  </a:cubicBezTo>
                  <a:cubicBezTo>
                    <a:pt x="328" y="508"/>
                    <a:pt x="360" y="499"/>
                    <a:pt x="389" y="480"/>
                  </a:cubicBezTo>
                  <a:cubicBezTo>
                    <a:pt x="512" y="427"/>
                    <a:pt x="547" y="286"/>
                    <a:pt x="477" y="145"/>
                  </a:cubicBezTo>
                  <a:cubicBezTo>
                    <a:pt x="425" y="54"/>
                    <a:pt x="33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3027;p49">
              <a:extLst>
                <a:ext uri="{FF2B5EF4-FFF2-40B4-BE49-F238E27FC236}">
                  <a16:creationId xmlns:a16="http://schemas.microsoft.com/office/drawing/2014/main" id="{5214876A-852F-C966-744C-F063A617A367}"/>
                </a:ext>
              </a:extLst>
            </p:cNvPr>
            <p:cNvSpPr/>
            <p:nvPr/>
          </p:nvSpPr>
          <p:spPr>
            <a:xfrm>
              <a:off x="7202875" y="2139700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238" y="0"/>
                  </a:moveTo>
                  <a:cubicBezTo>
                    <a:pt x="206" y="0"/>
                    <a:pt x="173" y="7"/>
                    <a:pt x="141" y="20"/>
                  </a:cubicBezTo>
                  <a:cubicBezTo>
                    <a:pt x="36" y="91"/>
                    <a:pt x="0" y="232"/>
                    <a:pt x="71" y="355"/>
                  </a:cubicBezTo>
                  <a:cubicBezTo>
                    <a:pt x="123" y="460"/>
                    <a:pt x="215" y="517"/>
                    <a:pt x="302" y="517"/>
                  </a:cubicBezTo>
                  <a:cubicBezTo>
                    <a:pt x="332" y="517"/>
                    <a:pt x="361" y="510"/>
                    <a:pt x="388" y="496"/>
                  </a:cubicBezTo>
                  <a:cubicBezTo>
                    <a:pt x="512" y="426"/>
                    <a:pt x="547" y="285"/>
                    <a:pt x="477" y="161"/>
                  </a:cubicBezTo>
                  <a:cubicBezTo>
                    <a:pt x="424" y="56"/>
                    <a:pt x="332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3028;p49">
              <a:extLst>
                <a:ext uri="{FF2B5EF4-FFF2-40B4-BE49-F238E27FC236}">
                  <a16:creationId xmlns:a16="http://schemas.microsoft.com/office/drawing/2014/main" id="{27871EA8-085E-F354-1A2A-B5A2850CC301}"/>
                </a:ext>
              </a:extLst>
            </p:cNvPr>
            <p:cNvSpPr/>
            <p:nvPr/>
          </p:nvSpPr>
          <p:spPr>
            <a:xfrm>
              <a:off x="7218750" y="2131325"/>
              <a:ext cx="13250" cy="12925"/>
            </a:xfrm>
            <a:custGeom>
              <a:avLst/>
              <a:gdLst/>
              <a:ahLst/>
              <a:cxnLst/>
              <a:rect l="l" t="t" r="r" b="b"/>
              <a:pathLst>
                <a:path w="530" h="517" extrusionOk="0">
                  <a:moveTo>
                    <a:pt x="230" y="0"/>
                  </a:moveTo>
                  <a:cubicBezTo>
                    <a:pt x="199" y="0"/>
                    <a:pt x="168" y="7"/>
                    <a:pt x="141" y="20"/>
                  </a:cubicBezTo>
                  <a:cubicBezTo>
                    <a:pt x="36" y="91"/>
                    <a:pt x="0" y="232"/>
                    <a:pt x="71" y="355"/>
                  </a:cubicBezTo>
                  <a:cubicBezTo>
                    <a:pt x="123" y="460"/>
                    <a:pt x="215" y="517"/>
                    <a:pt x="302" y="517"/>
                  </a:cubicBezTo>
                  <a:cubicBezTo>
                    <a:pt x="332" y="517"/>
                    <a:pt x="361" y="510"/>
                    <a:pt x="388" y="496"/>
                  </a:cubicBezTo>
                  <a:cubicBezTo>
                    <a:pt x="494" y="444"/>
                    <a:pt x="529" y="285"/>
                    <a:pt x="459" y="161"/>
                  </a:cubicBezTo>
                  <a:cubicBezTo>
                    <a:pt x="419" y="56"/>
                    <a:pt x="321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3029;p49">
              <a:extLst>
                <a:ext uri="{FF2B5EF4-FFF2-40B4-BE49-F238E27FC236}">
                  <a16:creationId xmlns:a16="http://schemas.microsoft.com/office/drawing/2014/main" id="{8DCCBAA7-FF1F-F85E-C6BB-DDE4E8F9F55D}"/>
                </a:ext>
              </a:extLst>
            </p:cNvPr>
            <p:cNvSpPr/>
            <p:nvPr/>
          </p:nvSpPr>
          <p:spPr>
            <a:xfrm>
              <a:off x="7234625" y="2123175"/>
              <a:ext cx="13250" cy="12700"/>
            </a:xfrm>
            <a:custGeom>
              <a:avLst/>
              <a:gdLst/>
              <a:ahLst/>
              <a:cxnLst/>
              <a:rect l="l" t="t" r="r" b="b"/>
              <a:pathLst>
                <a:path w="530" h="508" extrusionOk="0">
                  <a:moveTo>
                    <a:pt x="234" y="1"/>
                  </a:moveTo>
                  <a:cubicBezTo>
                    <a:pt x="202" y="1"/>
                    <a:pt x="170" y="10"/>
                    <a:pt x="141" y="29"/>
                  </a:cubicBezTo>
                  <a:cubicBezTo>
                    <a:pt x="35" y="82"/>
                    <a:pt x="0" y="223"/>
                    <a:pt x="71" y="364"/>
                  </a:cubicBezTo>
                  <a:cubicBezTo>
                    <a:pt x="123" y="455"/>
                    <a:pt x="213" y="508"/>
                    <a:pt x="300" y="508"/>
                  </a:cubicBezTo>
                  <a:cubicBezTo>
                    <a:pt x="330" y="508"/>
                    <a:pt x="360" y="501"/>
                    <a:pt x="388" y="487"/>
                  </a:cubicBezTo>
                  <a:cubicBezTo>
                    <a:pt x="494" y="434"/>
                    <a:pt x="529" y="276"/>
                    <a:pt x="459" y="152"/>
                  </a:cubicBezTo>
                  <a:cubicBezTo>
                    <a:pt x="407" y="63"/>
                    <a:pt x="319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3030;p49">
              <a:extLst>
                <a:ext uri="{FF2B5EF4-FFF2-40B4-BE49-F238E27FC236}">
                  <a16:creationId xmlns:a16="http://schemas.microsoft.com/office/drawing/2014/main" id="{C01B4B68-B926-2E6B-8953-B61673C0C725}"/>
                </a:ext>
              </a:extLst>
            </p:cNvPr>
            <p:cNvSpPr/>
            <p:nvPr/>
          </p:nvSpPr>
          <p:spPr>
            <a:xfrm>
              <a:off x="7250475" y="2114800"/>
              <a:ext cx="13250" cy="12700"/>
            </a:xfrm>
            <a:custGeom>
              <a:avLst/>
              <a:gdLst/>
              <a:ahLst/>
              <a:cxnLst/>
              <a:rect l="l" t="t" r="r" b="b"/>
              <a:pathLst>
                <a:path w="530" h="508" extrusionOk="0">
                  <a:moveTo>
                    <a:pt x="235" y="1"/>
                  </a:moveTo>
                  <a:cubicBezTo>
                    <a:pt x="202" y="1"/>
                    <a:pt x="171" y="10"/>
                    <a:pt x="142" y="29"/>
                  </a:cubicBezTo>
                  <a:cubicBezTo>
                    <a:pt x="36" y="82"/>
                    <a:pt x="1" y="240"/>
                    <a:pt x="71" y="364"/>
                  </a:cubicBezTo>
                  <a:cubicBezTo>
                    <a:pt x="111" y="455"/>
                    <a:pt x="207" y="508"/>
                    <a:pt x="298" y="508"/>
                  </a:cubicBezTo>
                  <a:cubicBezTo>
                    <a:pt x="330" y="508"/>
                    <a:pt x="361" y="501"/>
                    <a:pt x="389" y="487"/>
                  </a:cubicBezTo>
                  <a:cubicBezTo>
                    <a:pt x="495" y="434"/>
                    <a:pt x="530" y="276"/>
                    <a:pt x="459" y="152"/>
                  </a:cubicBezTo>
                  <a:cubicBezTo>
                    <a:pt x="408" y="63"/>
                    <a:pt x="320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3031;p49">
              <a:extLst>
                <a:ext uri="{FF2B5EF4-FFF2-40B4-BE49-F238E27FC236}">
                  <a16:creationId xmlns:a16="http://schemas.microsoft.com/office/drawing/2014/main" id="{6C93E0EF-D4C2-8F51-0D8E-7EDE130F9474}"/>
                </a:ext>
              </a:extLst>
            </p:cNvPr>
            <p:cNvSpPr/>
            <p:nvPr/>
          </p:nvSpPr>
          <p:spPr>
            <a:xfrm>
              <a:off x="7266350" y="2106625"/>
              <a:ext cx="13250" cy="12700"/>
            </a:xfrm>
            <a:custGeom>
              <a:avLst/>
              <a:gdLst/>
              <a:ahLst/>
              <a:cxnLst/>
              <a:rect l="l" t="t" r="r" b="b"/>
              <a:pathLst>
                <a:path w="530" h="508" extrusionOk="0">
                  <a:moveTo>
                    <a:pt x="230" y="0"/>
                  </a:moveTo>
                  <a:cubicBezTo>
                    <a:pt x="200" y="0"/>
                    <a:pt x="170" y="7"/>
                    <a:pt x="142" y="21"/>
                  </a:cubicBezTo>
                  <a:cubicBezTo>
                    <a:pt x="36" y="74"/>
                    <a:pt x="1" y="232"/>
                    <a:pt x="54" y="356"/>
                  </a:cubicBezTo>
                  <a:cubicBezTo>
                    <a:pt x="105" y="446"/>
                    <a:pt x="193" y="507"/>
                    <a:pt x="285" y="507"/>
                  </a:cubicBezTo>
                  <a:cubicBezTo>
                    <a:pt x="320" y="507"/>
                    <a:pt x="355" y="499"/>
                    <a:pt x="389" y="479"/>
                  </a:cubicBezTo>
                  <a:cubicBezTo>
                    <a:pt x="495" y="426"/>
                    <a:pt x="530" y="268"/>
                    <a:pt x="459" y="144"/>
                  </a:cubicBezTo>
                  <a:cubicBezTo>
                    <a:pt x="407" y="53"/>
                    <a:pt x="317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3032;p49">
              <a:extLst>
                <a:ext uri="{FF2B5EF4-FFF2-40B4-BE49-F238E27FC236}">
                  <a16:creationId xmlns:a16="http://schemas.microsoft.com/office/drawing/2014/main" id="{D4E79D54-246B-C62F-EC74-0BE67C881495}"/>
                </a:ext>
              </a:extLst>
            </p:cNvPr>
            <p:cNvSpPr/>
            <p:nvPr/>
          </p:nvSpPr>
          <p:spPr>
            <a:xfrm>
              <a:off x="7281775" y="2098250"/>
              <a:ext cx="13700" cy="12700"/>
            </a:xfrm>
            <a:custGeom>
              <a:avLst/>
              <a:gdLst/>
              <a:ahLst/>
              <a:cxnLst/>
              <a:rect l="l" t="t" r="r" b="b"/>
              <a:pathLst>
                <a:path w="548" h="508" extrusionOk="0">
                  <a:moveTo>
                    <a:pt x="241" y="0"/>
                  </a:moveTo>
                  <a:cubicBezTo>
                    <a:pt x="208" y="0"/>
                    <a:pt x="174" y="7"/>
                    <a:pt x="142" y="21"/>
                  </a:cubicBezTo>
                  <a:cubicBezTo>
                    <a:pt x="36" y="74"/>
                    <a:pt x="1" y="232"/>
                    <a:pt x="72" y="356"/>
                  </a:cubicBezTo>
                  <a:cubicBezTo>
                    <a:pt x="123" y="445"/>
                    <a:pt x="211" y="507"/>
                    <a:pt x="296" y="507"/>
                  </a:cubicBezTo>
                  <a:cubicBezTo>
                    <a:pt x="328" y="507"/>
                    <a:pt x="360" y="498"/>
                    <a:pt x="389" y="479"/>
                  </a:cubicBezTo>
                  <a:cubicBezTo>
                    <a:pt x="512" y="426"/>
                    <a:pt x="548" y="285"/>
                    <a:pt x="477" y="144"/>
                  </a:cubicBezTo>
                  <a:cubicBezTo>
                    <a:pt x="425" y="53"/>
                    <a:pt x="334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3033;p49">
              <a:extLst>
                <a:ext uri="{FF2B5EF4-FFF2-40B4-BE49-F238E27FC236}">
                  <a16:creationId xmlns:a16="http://schemas.microsoft.com/office/drawing/2014/main" id="{FEC17A71-E440-C8A2-9840-40FDA8D82EF9}"/>
                </a:ext>
              </a:extLst>
            </p:cNvPr>
            <p:cNvSpPr/>
            <p:nvPr/>
          </p:nvSpPr>
          <p:spPr>
            <a:xfrm>
              <a:off x="7297650" y="2078025"/>
              <a:ext cx="49400" cy="23500"/>
            </a:xfrm>
            <a:custGeom>
              <a:avLst/>
              <a:gdLst/>
              <a:ahLst/>
              <a:cxnLst/>
              <a:rect l="l" t="t" r="r" b="b"/>
              <a:pathLst>
                <a:path w="1976" h="940" extrusionOk="0">
                  <a:moveTo>
                    <a:pt x="1077" y="1"/>
                  </a:moveTo>
                  <a:lnTo>
                    <a:pt x="142" y="495"/>
                  </a:lnTo>
                  <a:cubicBezTo>
                    <a:pt x="36" y="548"/>
                    <a:pt x="1" y="706"/>
                    <a:pt x="71" y="830"/>
                  </a:cubicBezTo>
                  <a:cubicBezTo>
                    <a:pt x="112" y="910"/>
                    <a:pt x="215" y="939"/>
                    <a:pt x="316" y="939"/>
                  </a:cubicBezTo>
                  <a:cubicBezTo>
                    <a:pt x="392" y="939"/>
                    <a:pt x="467" y="923"/>
                    <a:pt x="512" y="900"/>
                  </a:cubicBezTo>
                  <a:lnTo>
                    <a:pt x="1976" y="124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7175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74458"/>
            <a:ext cx="7699200" cy="572700"/>
          </a:xfrm>
        </p:spPr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классов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2FEDD3-FC87-21D0-16C6-90B18D88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318" y="726186"/>
            <a:ext cx="4829363" cy="390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2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Диаграмма развёртывания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7C28DB-1DEA-E2C1-4D46-FAC28DE74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43" y="1454467"/>
            <a:ext cx="7772400" cy="22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96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E611-13CA-D4A1-F2E4-09C7F8D9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CH" dirty="0">
                <a:solidFill>
                  <a:schemeClr val="bg1"/>
                </a:solidFill>
              </a:rPr>
              <a:t>Физическая модель 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38350D-FB01-5EC9-82C2-B725795B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21" y="1228126"/>
            <a:ext cx="5754757" cy="34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7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45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Демонстрация работы системы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2025-06-16_09-16-30">
            <a:hlinkClick r:id="" action="ppaction://media"/>
            <a:extLst>
              <a:ext uri="{FF2B5EF4-FFF2-40B4-BE49-F238E27FC236}">
                <a16:creationId xmlns:a16="http://schemas.microsoft.com/office/drawing/2014/main" id="{DE7DCFB2-5922-D523-0C76-DB460846C6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3528" y="1179919"/>
            <a:ext cx="6217310" cy="34972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3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34"/>
          <p:cNvSpPr txBox="1">
            <a:spLocks noGrp="1"/>
          </p:cNvSpPr>
          <p:nvPr>
            <p:ph type="title"/>
          </p:nvPr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Итоги работы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34" name="Google Shape;1234;p34"/>
          <p:cNvSpPr txBox="1">
            <a:spLocks noGrp="1"/>
          </p:cNvSpPr>
          <p:nvPr>
            <p:ph type="subTitle" idx="2"/>
          </p:nvPr>
        </p:nvSpPr>
        <p:spPr>
          <a:xfrm>
            <a:off x="443663" y="2215416"/>
            <a:ext cx="2303700" cy="11083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Анализ предметной области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CF362F-140E-55BF-9D9D-1ECB2FE3B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7713" y="1654159"/>
            <a:ext cx="435600" cy="4356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B6E218-8B0C-DBD5-51E7-9F2C24313F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0163" y="1654159"/>
            <a:ext cx="435600" cy="4356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7D2D92-015E-58B1-0794-3C0C1CA50E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3749" y="1654159"/>
            <a:ext cx="435600" cy="435600"/>
          </a:xfrm>
          <a:prstGeom prst="rect">
            <a:avLst/>
          </a:prstGeom>
        </p:spPr>
      </p:pic>
      <p:sp>
        <p:nvSpPr>
          <p:cNvPr id="13" name="Google Shape;1729;p41">
            <a:extLst>
              <a:ext uri="{FF2B5EF4-FFF2-40B4-BE49-F238E27FC236}">
                <a16:creationId xmlns:a16="http://schemas.microsoft.com/office/drawing/2014/main" id="{8BD5C850-DA95-6947-B441-4859F607667C}"/>
              </a:ext>
            </a:extLst>
          </p:cNvPr>
          <p:cNvSpPr txBox="1"/>
          <p:nvPr/>
        </p:nvSpPr>
        <p:spPr>
          <a:xfrm>
            <a:off x="3170138" y="2039672"/>
            <a:ext cx="2795650" cy="106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Проектирование системы</a:t>
            </a:r>
            <a:endParaRPr sz="2400" b="1" dirty="0">
              <a:solidFill>
                <a:schemeClr val="bg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14" name="Google Shape;1729;p41">
            <a:extLst>
              <a:ext uri="{FF2B5EF4-FFF2-40B4-BE49-F238E27FC236}">
                <a16:creationId xmlns:a16="http://schemas.microsoft.com/office/drawing/2014/main" id="{41821941-7902-A0AB-7CE9-355F56AA9501}"/>
              </a:ext>
            </a:extLst>
          </p:cNvPr>
          <p:cNvSpPr txBox="1"/>
          <p:nvPr/>
        </p:nvSpPr>
        <p:spPr>
          <a:xfrm>
            <a:off x="5843723" y="2039672"/>
            <a:ext cx="2795650" cy="106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bg1"/>
                </a:solidFill>
                <a:latin typeface="Aboreto"/>
                <a:ea typeface="Aboreto"/>
                <a:cs typeface="Aboreto"/>
                <a:sym typeface="Aboreto"/>
              </a:rPr>
              <a:t>Реализация системы</a:t>
            </a:r>
            <a:endParaRPr sz="2400" b="1" dirty="0">
              <a:solidFill>
                <a:schemeClr val="bg1"/>
              </a:solidFill>
              <a:latin typeface="Aboreto"/>
              <a:ea typeface="Aboreto"/>
              <a:cs typeface="Aboreto"/>
              <a:sym typeface="Aboreto"/>
            </a:endParaRPr>
          </a:p>
        </p:txBody>
      </p:sp>
      <p:sp>
        <p:nvSpPr>
          <p:cNvPr id="18" name="Google Shape;1726;p41">
            <a:extLst>
              <a:ext uri="{FF2B5EF4-FFF2-40B4-BE49-F238E27FC236}">
                <a16:creationId xmlns:a16="http://schemas.microsoft.com/office/drawing/2014/main" id="{998A08CD-7C75-5293-BC0A-9088BF0E08DC}"/>
              </a:ext>
            </a:extLst>
          </p:cNvPr>
          <p:cNvSpPr txBox="1"/>
          <p:nvPr/>
        </p:nvSpPr>
        <p:spPr>
          <a:xfrm>
            <a:off x="470388" y="3323772"/>
            <a:ext cx="2276975" cy="121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рассмотрены основные понятия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изучены системы</a:t>
            </a:r>
            <a:r>
              <a:rPr lang="fr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аналоги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построена диаграмма объектов предметной области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Google Shape;1726;p41">
            <a:extLst>
              <a:ext uri="{FF2B5EF4-FFF2-40B4-BE49-F238E27FC236}">
                <a16:creationId xmlns:a16="http://schemas.microsoft.com/office/drawing/2014/main" id="{7CBAD11A-F526-6F59-B627-D9EF539673B2}"/>
              </a:ext>
            </a:extLst>
          </p:cNvPr>
          <p:cNvSpPr txBox="1"/>
          <p:nvPr/>
        </p:nvSpPr>
        <p:spPr>
          <a:xfrm>
            <a:off x="3647275" y="3323771"/>
            <a:ext cx="2276975" cy="121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составлена спецификация требований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разработаны прототипы интерфейса и 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UML-</a:t>
            </a: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проект системы.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1726;p41">
            <a:extLst>
              <a:ext uri="{FF2B5EF4-FFF2-40B4-BE49-F238E27FC236}">
                <a16:creationId xmlns:a16="http://schemas.microsoft.com/office/drawing/2014/main" id="{631AA756-50CA-4E81-BEA0-DC3CF1AAF52A}"/>
              </a:ext>
            </a:extLst>
          </p:cNvPr>
          <p:cNvSpPr txBox="1"/>
          <p:nvPr/>
        </p:nvSpPr>
        <p:spPr>
          <a:xfrm>
            <a:off x="6198397" y="3323771"/>
            <a:ext cx="2086303" cy="121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разработана система в соответствии со спецификацией требований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  <a:endParaRPr lang="ru-RU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проверена работоспособность</a:t>
            </a:r>
            <a:r>
              <a:rPr lang="de-CH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9306D3-3CCA-36E5-CA05-58DE9747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23" y="1131578"/>
            <a:ext cx="4254500" cy="2209800"/>
          </a:xfrm>
          <a:prstGeom prst="rect">
            <a:avLst/>
          </a:prstGeom>
        </p:spPr>
      </p:pic>
      <p:grpSp>
        <p:nvGrpSpPr>
          <p:cNvPr id="6" name="Google Shape;1952;p47">
            <a:extLst>
              <a:ext uri="{FF2B5EF4-FFF2-40B4-BE49-F238E27FC236}">
                <a16:creationId xmlns:a16="http://schemas.microsoft.com/office/drawing/2014/main" id="{F6C32B81-3717-104F-92D2-0BEE0D9CA1A7}"/>
              </a:ext>
            </a:extLst>
          </p:cNvPr>
          <p:cNvGrpSpPr/>
          <p:nvPr/>
        </p:nvGrpSpPr>
        <p:grpSpPr>
          <a:xfrm>
            <a:off x="1461536" y="2236478"/>
            <a:ext cx="1388217" cy="2761370"/>
            <a:chOff x="7547135" y="-426157"/>
            <a:chExt cx="1843092" cy="3666185"/>
          </a:xfrm>
        </p:grpSpPr>
        <p:sp>
          <p:nvSpPr>
            <p:cNvPr id="7" name="Google Shape;1953;p47">
              <a:extLst>
                <a:ext uri="{FF2B5EF4-FFF2-40B4-BE49-F238E27FC236}">
                  <a16:creationId xmlns:a16="http://schemas.microsoft.com/office/drawing/2014/main" id="{953502AB-5E9E-2E5D-C703-00E8F8BCF243}"/>
                </a:ext>
              </a:extLst>
            </p:cNvPr>
            <p:cNvSpPr/>
            <p:nvPr/>
          </p:nvSpPr>
          <p:spPr>
            <a:xfrm>
              <a:off x="8395273" y="68017"/>
              <a:ext cx="590969" cy="1026979"/>
            </a:xfrm>
            <a:custGeom>
              <a:avLst/>
              <a:gdLst/>
              <a:ahLst/>
              <a:cxnLst/>
              <a:rect l="l" t="t" r="r" b="b"/>
              <a:pathLst>
                <a:path w="5591" h="10445" extrusionOk="0">
                  <a:moveTo>
                    <a:pt x="3170" y="0"/>
                  </a:moveTo>
                  <a:lnTo>
                    <a:pt x="0" y="541"/>
                  </a:lnTo>
                  <a:lnTo>
                    <a:pt x="1683" y="2077"/>
                  </a:lnTo>
                  <a:lnTo>
                    <a:pt x="1167" y="9289"/>
                  </a:lnTo>
                  <a:lnTo>
                    <a:pt x="2986" y="8724"/>
                  </a:lnTo>
                  <a:lnTo>
                    <a:pt x="5591" y="10444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rgbClr val="60C2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54;p47">
              <a:extLst>
                <a:ext uri="{FF2B5EF4-FFF2-40B4-BE49-F238E27FC236}">
                  <a16:creationId xmlns:a16="http://schemas.microsoft.com/office/drawing/2014/main" id="{CC0635F2-809F-C847-2422-DCB37F82DB2D}"/>
                </a:ext>
              </a:extLst>
            </p:cNvPr>
            <p:cNvSpPr/>
            <p:nvPr/>
          </p:nvSpPr>
          <p:spPr>
            <a:xfrm>
              <a:off x="8557522" y="939064"/>
              <a:ext cx="214465" cy="654926"/>
            </a:xfrm>
            <a:custGeom>
              <a:avLst/>
              <a:gdLst/>
              <a:ahLst/>
              <a:cxnLst/>
              <a:rect l="l" t="t" r="r" b="b"/>
              <a:pathLst>
                <a:path w="2029" h="6661" extrusionOk="0">
                  <a:moveTo>
                    <a:pt x="2028" y="0"/>
                  </a:moveTo>
                  <a:lnTo>
                    <a:pt x="210" y="553"/>
                  </a:lnTo>
                  <a:lnTo>
                    <a:pt x="1" y="6488"/>
                  </a:lnTo>
                  <a:lnTo>
                    <a:pt x="1070" y="6660"/>
                  </a:lnTo>
                  <a:lnTo>
                    <a:pt x="2028" y="0"/>
                  </a:lnTo>
                  <a:close/>
                </a:path>
              </a:pathLst>
            </a:custGeom>
            <a:solidFill>
              <a:srgbClr val="CB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55;p47">
              <a:extLst>
                <a:ext uri="{FF2B5EF4-FFF2-40B4-BE49-F238E27FC236}">
                  <a16:creationId xmlns:a16="http://schemas.microsoft.com/office/drawing/2014/main" id="{BF627D83-1020-D449-6BA5-4C1B86E113D0}"/>
                </a:ext>
              </a:extLst>
            </p:cNvPr>
            <p:cNvSpPr/>
            <p:nvPr/>
          </p:nvSpPr>
          <p:spPr>
            <a:xfrm>
              <a:off x="8549806" y="1518976"/>
              <a:ext cx="128637" cy="53192"/>
            </a:xfrm>
            <a:custGeom>
              <a:avLst/>
              <a:gdLst/>
              <a:ahLst/>
              <a:cxnLst/>
              <a:rect l="l" t="t" r="r" b="b"/>
              <a:pathLst>
                <a:path w="1217" h="541" extrusionOk="0">
                  <a:moveTo>
                    <a:pt x="86" y="0"/>
                  </a:moveTo>
                  <a:lnTo>
                    <a:pt x="0" y="541"/>
                  </a:lnTo>
                  <a:lnTo>
                    <a:pt x="1180" y="541"/>
                  </a:lnTo>
                  <a:lnTo>
                    <a:pt x="1217" y="1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A9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56;p47">
              <a:extLst>
                <a:ext uri="{FF2B5EF4-FFF2-40B4-BE49-F238E27FC236}">
                  <a16:creationId xmlns:a16="http://schemas.microsoft.com/office/drawing/2014/main" id="{552D30DC-0CE1-D372-4859-6B35FCC90EBB}"/>
                </a:ext>
              </a:extLst>
            </p:cNvPr>
            <p:cNvSpPr/>
            <p:nvPr/>
          </p:nvSpPr>
          <p:spPr>
            <a:xfrm>
              <a:off x="8399078" y="1075537"/>
              <a:ext cx="615808" cy="897783"/>
            </a:xfrm>
            <a:custGeom>
              <a:avLst/>
              <a:gdLst/>
              <a:ahLst/>
              <a:cxnLst/>
              <a:rect l="l" t="t" r="r" b="b"/>
              <a:pathLst>
                <a:path w="5826" h="9131" extrusionOk="0">
                  <a:moveTo>
                    <a:pt x="1" y="1"/>
                  </a:moveTo>
                  <a:lnTo>
                    <a:pt x="1008" y="419"/>
                  </a:lnTo>
                  <a:lnTo>
                    <a:pt x="3749" y="9130"/>
                  </a:lnTo>
                  <a:lnTo>
                    <a:pt x="5825" y="8369"/>
                  </a:lnTo>
                  <a:lnTo>
                    <a:pt x="5297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57;p47">
              <a:extLst>
                <a:ext uri="{FF2B5EF4-FFF2-40B4-BE49-F238E27FC236}">
                  <a16:creationId xmlns:a16="http://schemas.microsoft.com/office/drawing/2014/main" id="{77EC96A0-EC62-D7E5-4F01-FD5F93A44070}"/>
                </a:ext>
              </a:extLst>
            </p:cNvPr>
            <p:cNvSpPr/>
            <p:nvPr/>
          </p:nvSpPr>
          <p:spPr>
            <a:xfrm>
              <a:off x="8795242" y="1897128"/>
              <a:ext cx="436541" cy="1066897"/>
            </a:xfrm>
            <a:custGeom>
              <a:avLst/>
              <a:gdLst/>
              <a:ahLst/>
              <a:cxnLst/>
              <a:rect l="l" t="t" r="r" b="b"/>
              <a:pathLst>
                <a:path w="4130" h="10851" extrusionOk="0">
                  <a:moveTo>
                    <a:pt x="2077" y="0"/>
                  </a:moveTo>
                  <a:lnTo>
                    <a:pt x="1" y="774"/>
                  </a:lnTo>
                  <a:lnTo>
                    <a:pt x="2741" y="10727"/>
                  </a:lnTo>
                  <a:lnTo>
                    <a:pt x="4129" y="10850"/>
                  </a:lnTo>
                  <a:cubicBezTo>
                    <a:pt x="4129" y="10850"/>
                    <a:pt x="4043" y="4682"/>
                    <a:pt x="3404" y="3207"/>
                  </a:cubicBezTo>
                  <a:cubicBezTo>
                    <a:pt x="2753" y="1733"/>
                    <a:pt x="2077" y="0"/>
                    <a:pt x="2077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58;p47">
              <a:extLst>
                <a:ext uri="{FF2B5EF4-FFF2-40B4-BE49-F238E27FC236}">
                  <a16:creationId xmlns:a16="http://schemas.microsoft.com/office/drawing/2014/main" id="{75678B39-4319-646F-84CC-8077746C1E84}"/>
                </a:ext>
              </a:extLst>
            </p:cNvPr>
            <p:cNvSpPr/>
            <p:nvPr/>
          </p:nvSpPr>
          <p:spPr>
            <a:xfrm>
              <a:off x="8184824" y="833957"/>
              <a:ext cx="749519" cy="1123630"/>
            </a:xfrm>
            <a:custGeom>
              <a:avLst/>
              <a:gdLst/>
              <a:ahLst/>
              <a:cxnLst/>
              <a:rect l="l" t="t" r="r" b="b"/>
              <a:pathLst>
                <a:path w="7091" h="11428" extrusionOk="0">
                  <a:moveTo>
                    <a:pt x="5862" y="0"/>
                  </a:moveTo>
                  <a:lnTo>
                    <a:pt x="1819" y="492"/>
                  </a:lnTo>
                  <a:lnTo>
                    <a:pt x="1647" y="2163"/>
                  </a:lnTo>
                  <a:lnTo>
                    <a:pt x="1635" y="2163"/>
                  </a:lnTo>
                  <a:lnTo>
                    <a:pt x="0" y="11145"/>
                  </a:lnTo>
                  <a:lnTo>
                    <a:pt x="2188" y="11428"/>
                  </a:lnTo>
                  <a:lnTo>
                    <a:pt x="6537" y="3908"/>
                  </a:lnTo>
                  <a:cubicBezTo>
                    <a:pt x="7090" y="2937"/>
                    <a:pt x="7041" y="1745"/>
                    <a:pt x="6427" y="836"/>
                  </a:cubicBezTo>
                  <a:lnTo>
                    <a:pt x="5862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59;p47">
              <a:extLst>
                <a:ext uri="{FF2B5EF4-FFF2-40B4-BE49-F238E27FC236}">
                  <a16:creationId xmlns:a16="http://schemas.microsoft.com/office/drawing/2014/main" id="{3657ADFE-673A-8AD9-4F9D-5AB16DF97755}"/>
                </a:ext>
              </a:extLst>
            </p:cNvPr>
            <p:cNvSpPr/>
            <p:nvPr/>
          </p:nvSpPr>
          <p:spPr>
            <a:xfrm>
              <a:off x="8190003" y="1871761"/>
              <a:ext cx="388448" cy="1080171"/>
            </a:xfrm>
            <a:custGeom>
              <a:avLst/>
              <a:gdLst/>
              <a:ahLst/>
              <a:cxnLst/>
              <a:rect l="l" t="t" r="r" b="b"/>
              <a:pathLst>
                <a:path w="3675" h="10986" extrusionOk="0">
                  <a:moveTo>
                    <a:pt x="2139" y="0"/>
                  </a:moveTo>
                  <a:lnTo>
                    <a:pt x="1" y="578"/>
                  </a:lnTo>
                  <a:lnTo>
                    <a:pt x="1856" y="10727"/>
                  </a:lnTo>
                  <a:lnTo>
                    <a:pt x="3220" y="10985"/>
                  </a:lnTo>
                  <a:cubicBezTo>
                    <a:pt x="3220" y="10985"/>
                    <a:pt x="3675" y="4817"/>
                    <a:pt x="3171" y="3293"/>
                  </a:cubicBezTo>
                  <a:cubicBezTo>
                    <a:pt x="2667" y="1770"/>
                    <a:pt x="2139" y="0"/>
                    <a:pt x="2139" y="0"/>
                  </a:cubicBezTo>
                  <a:close/>
                </a:path>
              </a:pathLst>
            </a:custGeom>
            <a:solidFill>
              <a:srgbClr val="E848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60;p47">
              <a:extLst>
                <a:ext uri="{FF2B5EF4-FFF2-40B4-BE49-F238E27FC236}">
                  <a16:creationId xmlns:a16="http://schemas.microsoft.com/office/drawing/2014/main" id="{8ABB5616-99B1-BC31-F579-D7BA06486A29}"/>
                </a:ext>
              </a:extLst>
            </p:cNvPr>
            <p:cNvSpPr/>
            <p:nvPr/>
          </p:nvSpPr>
          <p:spPr>
            <a:xfrm>
              <a:off x="8564076" y="685292"/>
              <a:ext cx="468991" cy="540184"/>
            </a:xfrm>
            <a:custGeom>
              <a:avLst/>
              <a:gdLst/>
              <a:ahLst/>
              <a:cxnLst/>
              <a:rect l="l" t="t" r="r" b="b"/>
              <a:pathLst>
                <a:path w="4437" h="5494" extrusionOk="0">
                  <a:moveTo>
                    <a:pt x="2728" y="1"/>
                  </a:moveTo>
                  <a:lnTo>
                    <a:pt x="0" y="2569"/>
                  </a:lnTo>
                  <a:lnTo>
                    <a:pt x="3760" y="5493"/>
                  </a:lnTo>
                  <a:lnTo>
                    <a:pt x="3920" y="5395"/>
                  </a:lnTo>
                  <a:cubicBezTo>
                    <a:pt x="4436" y="4854"/>
                    <a:pt x="3367" y="3024"/>
                    <a:pt x="2876" y="2458"/>
                  </a:cubicBezTo>
                  <a:lnTo>
                    <a:pt x="2728" y="1"/>
                  </a:lnTo>
                  <a:close/>
                </a:path>
              </a:pathLst>
            </a:custGeom>
            <a:solidFill>
              <a:srgbClr val="4A0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61;p47">
              <a:extLst>
                <a:ext uri="{FF2B5EF4-FFF2-40B4-BE49-F238E27FC236}">
                  <a16:creationId xmlns:a16="http://schemas.microsoft.com/office/drawing/2014/main" id="{3EEA98C9-F3A2-46CD-A8A7-C24F211C9F2B}"/>
                </a:ext>
              </a:extLst>
            </p:cNvPr>
            <p:cNvSpPr/>
            <p:nvPr/>
          </p:nvSpPr>
          <p:spPr>
            <a:xfrm>
              <a:off x="8291369" y="-365786"/>
              <a:ext cx="311709" cy="374707"/>
            </a:xfrm>
            <a:custGeom>
              <a:avLst/>
              <a:gdLst/>
              <a:ahLst/>
              <a:cxnLst/>
              <a:rect l="l" t="t" r="r" b="b"/>
              <a:pathLst>
                <a:path w="2949" h="3811" extrusionOk="0">
                  <a:moveTo>
                    <a:pt x="1443" y="1"/>
                  </a:moveTo>
                  <a:cubicBezTo>
                    <a:pt x="1437" y="1"/>
                    <a:pt x="1431" y="1"/>
                    <a:pt x="1425" y="1"/>
                  </a:cubicBezTo>
                  <a:cubicBezTo>
                    <a:pt x="627" y="25"/>
                    <a:pt x="0" y="898"/>
                    <a:pt x="37" y="1942"/>
                  </a:cubicBezTo>
                  <a:cubicBezTo>
                    <a:pt x="61" y="2984"/>
                    <a:pt x="718" y="3810"/>
                    <a:pt x="1502" y="3810"/>
                  </a:cubicBezTo>
                  <a:cubicBezTo>
                    <a:pt x="1513" y="3810"/>
                    <a:pt x="1524" y="3810"/>
                    <a:pt x="1536" y="3810"/>
                  </a:cubicBezTo>
                  <a:cubicBezTo>
                    <a:pt x="2335" y="3785"/>
                    <a:pt x="2949" y="2913"/>
                    <a:pt x="2924" y="1869"/>
                  </a:cubicBezTo>
                  <a:cubicBezTo>
                    <a:pt x="2900" y="820"/>
                    <a:pt x="2234" y="1"/>
                    <a:pt x="1443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62;p47">
              <a:extLst>
                <a:ext uri="{FF2B5EF4-FFF2-40B4-BE49-F238E27FC236}">
                  <a16:creationId xmlns:a16="http://schemas.microsoft.com/office/drawing/2014/main" id="{090EE8AE-2D0D-33B1-4B10-4937E96EA533}"/>
                </a:ext>
              </a:extLst>
            </p:cNvPr>
            <p:cNvSpPr/>
            <p:nvPr/>
          </p:nvSpPr>
          <p:spPr>
            <a:xfrm>
              <a:off x="8395273" y="-86646"/>
              <a:ext cx="196179" cy="253770"/>
            </a:xfrm>
            <a:custGeom>
              <a:avLst/>
              <a:gdLst/>
              <a:ahLst/>
              <a:cxnLst/>
              <a:rect l="l" t="t" r="r" b="b"/>
              <a:pathLst>
                <a:path w="1856" h="2581" extrusionOk="0">
                  <a:moveTo>
                    <a:pt x="1106" y="0"/>
                  </a:moveTo>
                  <a:lnTo>
                    <a:pt x="0" y="369"/>
                  </a:lnTo>
                  <a:lnTo>
                    <a:pt x="750" y="2581"/>
                  </a:lnTo>
                  <a:lnTo>
                    <a:pt x="1855" y="2212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63;p47">
              <a:extLst>
                <a:ext uri="{FF2B5EF4-FFF2-40B4-BE49-F238E27FC236}">
                  <a16:creationId xmlns:a16="http://schemas.microsoft.com/office/drawing/2014/main" id="{60D855C3-08D5-1F01-F408-D1391FBCF318}"/>
                </a:ext>
              </a:extLst>
            </p:cNvPr>
            <p:cNvSpPr/>
            <p:nvPr/>
          </p:nvSpPr>
          <p:spPr>
            <a:xfrm>
              <a:off x="8252366" y="13644"/>
              <a:ext cx="472902" cy="804671"/>
            </a:xfrm>
            <a:custGeom>
              <a:avLst/>
              <a:gdLst/>
              <a:ahLst/>
              <a:cxnLst/>
              <a:rect l="l" t="t" r="r" b="b"/>
              <a:pathLst>
                <a:path w="4474" h="8184" extrusionOk="0">
                  <a:moveTo>
                    <a:pt x="3097" y="0"/>
                  </a:moveTo>
                  <a:lnTo>
                    <a:pt x="3048" y="49"/>
                  </a:lnTo>
                  <a:cubicBezTo>
                    <a:pt x="2792" y="254"/>
                    <a:pt x="2483" y="355"/>
                    <a:pt x="2172" y="355"/>
                  </a:cubicBezTo>
                  <a:cubicBezTo>
                    <a:pt x="1886" y="355"/>
                    <a:pt x="1599" y="269"/>
                    <a:pt x="1352" y="98"/>
                  </a:cubicBezTo>
                  <a:lnTo>
                    <a:pt x="861" y="688"/>
                  </a:lnTo>
                  <a:cubicBezTo>
                    <a:pt x="111" y="1327"/>
                    <a:pt x="0" y="2753"/>
                    <a:pt x="246" y="3723"/>
                  </a:cubicBezTo>
                  <a:lnTo>
                    <a:pt x="1241" y="8061"/>
                  </a:lnTo>
                  <a:lnTo>
                    <a:pt x="3564" y="8184"/>
                  </a:lnTo>
                  <a:lnTo>
                    <a:pt x="2065" y="3011"/>
                  </a:lnTo>
                  <a:lnTo>
                    <a:pt x="3085" y="3121"/>
                  </a:lnTo>
                  <a:lnTo>
                    <a:pt x="3085" y="3133"/>
                  </a:lnTo>
                  <a:lnTo>
                    <a:pt x="4473" y="897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rgbClr val="60C2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64;p47">
              <a:extLst>
                <a:ext uri="{FF2B5EF4-FFF2-40B4-BE49-F238E27FC236}">
                  <a16:creationId xmlns:a16="http://schemas.microsoft.com/office/drawing/2014/main" id="{8FF95814-B57E-FDC5-F703-90E19E69A1A1}"/>
                </a:ext>
              </a:extLst>
            </p:cNvPr>
            <p:cNvSpPr/>
            <p:nvPr/>
          </p:nvSpPr>
          <p:spPr>
            <a:xfrm>
              <a:off x="7953658" y="2909565"/>
              <a:ext cx="704068" cy="317188"/>
            </a:xfrm>
            <a:custGeom>
              <a:avLst/>
              <a:gdLst/>
              <a:ahLst/>
              <a:cxnLst/>
              <a:rect l="l" t="t" r="r" b="b"/>
              <a:pathLst>
                <a:path w="6661" h="3226" extrusionOk="0">
                  <a:moveTo>
                    <a:pt x="4031" y="0"/>
                  </a:moveTo>
                  <a:lnTo>
                    <a:pt x="2998" y="1143"/>
                  </a:lnTo>
                  <a:cubicBezTo>
                    <a:pt x="2839" y="1327"/>
                    <a:pt x="2630" y="1475"/>
                    <a:pt x="2396" y="1585"/>
                  </a:cubicBezTo>
                  <a:lnTo>
                    <a:pt x="0" y="2654"/>
                  </a:lnTo>
                  <a:lnTo>
                    <a:pt x="2765" y="3207"/>
                  </a:lnTo>
                  <a:cubicBezTo>
                    <a:pt x="2826" y="3220"/>
                    <a:pt x="2888" y="3226"/>
                    <a:pt x="2949" y="3226"/>
                  </a:cubicBezTo>
                  <a:cubicBezTo>
                    <a:pt x="3243" y="3226"/>
                    <a:pt x="3528" y="3083"/>
                    <a:pt x="3711" y="2839"/>
                  </a:cubicBezTo>
                  <a:lnTo>
                    <a:pt x="4620" y="1561"/>
                  </a:lnTo>
                  <a:lnTo>
                    <a:pt x="4940" y="2679"/>
                  </a:lnTo>
                  <a:lnTo>
                    <a:pt x="6660" y="2372"/>
                  </a:lnTo>
                  <a:lnTo>
                    <a:pt x="5566" y="86"/>
                  </a:lnTo>
                  <a:lnTo>
                    <a:pt x="5554" y="86"/>
                  </a:lnTo>
                  <a:lnTo>
                    <a:pt x="40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65;p47">
              <a:extLst>
                <a:ext uri="{FF2B5EF4-FFF2-40B4-BE49-F238E27FC236}">
                  <a16:creationId xmlns:a16="http://schemas.microsoft.com/office/drawing/2014/main" id="{C7D426AD-B556-71FC-6677-3B58C0972B51}"/>
                </a:ext>
              </a:extLst>
            </p:cNvPr>
            <p:cNvSpPr/>
            <p:nvPr/>
          </p:nvSpPr>
          <p:spPr>
            <a:xfrm>
              <a:off x="8712162" y="2947027"/>
              <a:ext cx="637794" cy="293001"/>
            </a:xfrm>
            <a:custGeom>
              <a:avLst/>
              <a:gdLst/>
              <a:ahLst/>
              <a:cxnLst/>
              <a:rect l="l" t="t" r="r" b="b"/>
              <a:pathLst>
                <a:path w="6034" h="2980" extrusionOk="0">
                  <a:moveTo>
                    <a:pt x="3527" y="0"/>
                  </a:moveTo>
                  <a:lnTo>
                    <a:pt x="2642" y="1081"/>
                  </a:lnTo>
                  <a:cubicBezTo>
                    <a:pt x="2507" y="1266"/>
                    <a:pt x="2322" y="1413"/>
                    <a:pt x="2126" y="1511"/>
                  </a:cubicBezTo>
                  <a:lnTo>
                    <a:pt x="0" y="2617"/>
                  </a:lnTo>
                  <a:lnTo>
                    <a:pt x="2544" y="2974"/>
                  </a:lnTo>
                  <a:cubicBezTo>
                    <a:pt x="2577" y="2977"/>
                    <a:pt x="2611" y="2979"/>
                    <a:pt x="2644" y="2979"/>
                  </a:cubicBezTo>
                  <a:cubicBezTo>
                    <a:pt x="2939" y="2979"/>
                    <a:pt x="3214" y="2834"/>
                    <a:pt x="3379" y="2580"/>
                  </a:cubicBezTo>
                  <a:lnTo>
                    <a:pt x="4141" y="1389"/>
                  </a:lnTo>
                  <a:lnTo>
                    <a:pt x="4485" y="2384"/>
                  </a:lnTo>
                  <a:lnTo>
                    <a:pt x="6033" y="2003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66;p47">
              <a:extLst>
                <a:ext uri="{FF2B5EF4-FFF2-40B4-BE49-F238E27FC236}">
                  <a16:creationId xmlns:a16="http://schemas.microsoft.com/office/drawing/2014/main" id="{B49762B2-1129-088A-06D1-5E6B0E01E68C}"/>
                </a:ext>
              </a:extLst>
            </p:cNvPr>
            <p:cNvSpPr/>
            <p:nvPr/>
          </p:nvSpPr>
          <p:spPr>
            <a:xfrm>
              <a:off x="8147195" y="2875742"/>
              <a:ext cx="201359" cy="170393"/>
            </a:xfrm>
            <a:custGeom>
              <a:avLst/>
              <a:gdLst/>
              <a:ahLst/>
              <a:cxnLst/>
              <a:rect l="l" t="t" r="r" b="b"/>
              <a:pathLst>
                <a:path w="1905" h="1733" fill="none" extrusionOk="0">
                  <a:moveTo>
                    <a:pt x="1757" y="1032"/>
                  </a:moveTo>
                  <a:cubicBezTo>
                    <a:pt x="1450" y="885"/>
                    <a:pt x="1180" y="676"/>
                    <a:pt x="934" y="430"/>
                  </a:cubicBezTo>
                  <a:cubicBezTo>
                    <a:pt x="836" y="332"/>
                    <a:pt x="959" y="160"/>
                    <a:pt x="1094" y="209"/>
                  </a:cubicBezTo>
                  <a:cubicBezTo>
                    <a:pt x="1180" y="246"/>
                    <a:pt x="1253" y="307"/>
                    <a:pt x="1315" y="369"/>
                  </a:cubicBezTo>
                  <a:cubicBezTo>
                    <a:pt x="1475" y="516"/>
                    <a:pt x="1561" y="725"/>
                    <a:pt x="1647" y="922"/>
                  </a:cubicBezTo>
                  <a:cubicBezTo>
                    <a:pt x="1487" y="713"/>
                    <a:pt x="1376" y="479"/>
                    <a:pt x="1315" y="234"/>
                  </a:cubicBezTo>
                  <a:cubicBezTo>
                    <a:pt x="1303" y="172"/>
                    <a:pt x="1290" y="86"/>
                    <a:pt x="1339" y="37"/>
                  </a:cubicBezTo>
                  <a:cubicBezTo>
                    <a:pt x="1376" y="0"/>
                    <a:pt x="1450" y="0"/>
                    <a:pt x="1499" y="25"/>
                  </a:cubicBezTo>
                  <a:cubicBezTo>
                    <a:pt x="1548" y="49"/>
                    <a:pt x="1597" y="98"/>
                    <a:pt x="1622" y="148"/>
                  </a:cubicBezTo>
                  <a:cubicBezTo>
                    <a:pt x="1806" y="430"/>
                    <a:pt x="1905" y="774"/>
                    <a:pt x="1868" y="1118"/>
                  </a:cubicBezTo>
                  <a:cubicBezTo>
                    <a:pt x="1856" y="1241"/>
                    <a:pt x="1819" y="1389"/>
                    <a:pt x="1708" y="1438"/>
                  </a:cubicBezTo>
                  <a:cubicBezTo>
                    <a:pt x="1573" y="1511"/>
                    <a:pt x="1413" y="1425"/>
                    <a:pt x="1266" y="1376"/>
                  </a:cubicBezTo>
                  <a:cubicBezTo>
                    <a:pt x="983" y="1290"/>
                    <a:pt x="664" y="1352"/>
                    <a:pt x="442" y="1548"/>
                  </a:cubicBezTo>
                  <a:cubicBezTo>
                    <a:pt x="369" y="1610"/>
                    <a:pt x="307" y="1683"/>
                    <a:pt x="221" y="1708"/>
                  </a:cubicBezTo>
                  <a:cubicBezTo>
                    <a:pt x="135" y="1733"/>
                    <a:pt x="12" y="1683"/>
                    <a:pt x="0" y="1597"/>
                  </a:cubicBezTo>
                </a:path>
              </a:pathLst>
            </a:custGeom>
            <a:noFill/>
            <a:ln w="1850" cap="flat" cmpd="sng">
              <a:solidFill>
                <a:srgbClr val="070303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67;p47">
              <a:extLst>
                <a:ext uri="{FF2B5EF4-FFF2-40B4-BE49-F238E27FC236}">
                  <a16:creationId xmlns:a16="http://schemas.microsoft.com/office/drawing/2014/main" id="{C9ABC6AB-BE87-F325-440B-84947F5A8EAF}"/>
                </a:ext>
              </a:extLst>
            </p:cNvPr>
            <p:cNvSpPr/>
            <p:nvPr/>
          </p:nvSpPr>
          <p:spPr>
            <a:xfrm>
              <a:off x="8266107" y="-417603"/>
              <a:ext cx="288984" cy="224667"/>
            </a:xfrm>
            <a:custGeom>
              <a:avLst/>
              <a:gdLst/>
              <a:ahLst/>
              <a:cxnLst/>
              <a:rect l="l" t="t" r="r" b="b"/>
              <a:pathLst>
                <a:path w="2734" h="2285" extrusionOk="0">
                  <a:moveTo>
                    <a:pt x="1958" y="1"/>
                  </a:moveTo>
                  <a:cubicBezTo>
                    <a:pt x="1145" y="1"/>
                    <a:pt x="0" y="340"/>
                    <a:pt x="128" y="2285"/>
                  </a:cubicBezTo>
                  <a:lnTo>
                    <a:pt x="2684" y="2101"/>
                  </a:lnTo>
                  <a:lnTo>
                    <a:pt x="2733" y="98"/>
                  </a:lnTo>
                  <a:cubicBezTo>
                    <a:pt x="2733" y="98"/>
                    <a:pt x="2393" y="1"/>
                    <a:pt x="1958" y="1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8;p47">
              <a:extLst>
                <a:ext uri="{FF2B5EF4-FFF2-40B4-BE49-F238E27FC236}">
                  <a16:creationId xmlns:a16="http://schemas.microsoft.com/office/drawing/2014/main" id="{729AC4F0-060C-78EB-7F7C-C11A541DE0DC}"/>
                </a:ext>
              </a:extLst>
            </p:cNvPr>
            <p:cNvSpPr/>
            <p:nvPr/>
          </p:nvSpPr>
          <p:spPr>
            <a:xfrm>
              <a:off x="8938148" y="2907107"/>
              <a:ext cx="193537" cy="151122"/>
            </a:xfrm>
            <a:custGeom>
              <a:avLst/>
              <a:gdLst/>
              <a:ahLst/>
              <a:cxnLst/>
              <a:rect l="l" t="t" r="r" b="b"/>
              <a:pathLst>
                <a:path w="1831" h="1537" fill="none" extrusionOk="0">
                  <a:moveTo>
                    <a:pt x="1364" y="898"/>
                  </a:moveTo>
                  <a:cubicBezTo>
                    <a:pt x="1253" y="578"/>
                    <a:pt x="1008" y="308"/>
                    <a:pt x="713" y="148"/>
                  </a:cubicBezTo>
                  <a:lnTo>
                    <a:pt x="713" y="148"/>
                  </a:lnTo>
                  <a:cubicBezTo>
                    <a:pt x="479" y="25"/>
                    <a:pt x="221" y="308"/>
                    <a:pt x="393" y="517"/>
                  </a:cubicBezTo>
                  <a:cubicBezTo>
                    <a:pt x="541" y="701"/>
                    <a:pt x="750" y="848"/>
                    <a:pt x="983" y="898"/>
                  </a:cubicBezTo>
                  <a:cubicBezTo>
                    <a:pt x="1118" y="836"/>
                    <a:pt x="1192" y="689"/>
                    <a:pt x="1241" y="541"/>
                  </a:cubicBezTo>
                  <a:cubicBezTo>
                    <a:pt x="1290" y="406"/>
                    <a:pt x="1339" y="246"/>
                    <a:pt x="1450" y="148"/>
                  </a:cubicBezTo>
                  <a:lnTo>
                    <a:pt x="1450" y="136"/>
                  </a:lnTo>
                  <a:cubicBezTo>
                    <a:pt x="1598" y="1"/>
                    <a:pt x="1831" y="209"/>
                    <a:pt x="1708" y="381"/>
                  </a:cubicBezTo>
                  <a:cubicBezTo>
                    <a:pt x="1475" y="725"/>
                    <a:pt x="1081" y="959"/>
                    <a:pt x="676" y="1020"/>
                  </a:cubicBezTo>
                  <a:cubicBezTo>
                    <a:pt x="541" y="1033"/>
                    <a:pt x="406" y="1033"/>
                    <a:pt x="295" y="1094"/>
                  </a:cubicBezTo>
                  <a:cubicBezTo>
                    <a:pt x="135" y="1192"/>
                    <a:pt x="62" y="1364"/>
                    <a:pt x="0" y="1536"/>
                  </a:cubicBezTo>
                </a:path>
              </a:pathLst>
            </a:custGeom>
            <a:noFill/>
            <a:ln w="185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9;p47">
              <a:extLst>
                <a:ext uri="{FF2B5EF4-FFF2-40B4-BE49-F238E27FC236}">
                  <a16:creationId xmlns:a16="http://schemas.microsoft.com/office/drawing/2014/main" id="{1C09BFD4-2FBE-963B-0EF6-0FD9627692F4}"/>
                </a:ext>
              </a:extLst>
            </p:cNvPr>
            <p:cNvSpPr/>
            <p:nvPr/>
          </p:nvSpPr>
          <p:spPr>
            <a:xfrm>
              <a:off x="8443261" y="-412195"/>
              <a:ext cx="258542" cy="359467"/>
            </a:xfrm>
            <a:custGeom>
              <a:avLst/>
              <a:gdLst/>
              <a:ahLst/>
              <a:cxnLst/>
              <a:rect l="l" t="t" r="r" b="b"/>
              <a:pathLst>
                <a:path w="2446" h="3656" extrusionOk="0">
                  <a:moveTo>
                    <a:pt x="540" y="0"/>
                  </a:moveTo>
                  <a:cubicBezTo>
                    <a:pt x="356" y="0"/>
                    <a:pt x="174" y="33"/>
                    <a:pt x="1" y="104"/>
                  </a:cubicBezTo>
                  <a:lnTo>
                    <a:pt x="382" y="1788"/>
                  </a:lnTo>
                  <a:cubicBezTo>
                    <a:pt x="603" y="1997"/>
                    <a:pt x="578" y="2353"/>
                    <a:pt x="529" y="2660"/>
                  </a:cubicBezTo>
                  <a:cubicBezTo>
                    <a:pt x="480" y="2955"/>
                    <a:pt x="455" y="3311"/>
                    <a:pt x="676" y="3520"/>
                  </a:cubicBezTo>
                  <a:cubicBezTo>
                    <a:pt x="775" y="3611"/>
                    <a:pt x="912" y="3656"/>
                    <a:pt x="1051" y="3656"/>
                  </a:cubicBezTo>
                  <a:cubicBezTo>
                    <a:pt x="1137" y="3656"/>
                    <a:pt x="1224" y="3639"/>
                    <a:pt x="1303" y="3606"/>
                  </a:cubicBezTo>
                  <a:cubicBezTo>
                    <a:pt x="1512" y="3532"/>
                    <a:pt x="1684" y="3373"/>
                    <a:pt x="1819" y="3188"/>
                  </a:cubicBezTo>
                  <a:cubicBezTo>
                    <a:pt x="2311" y="2549"/>
                    <a:pt x="2446" y="1628"/>
                    <a:pt x="2065" y="915"/>
                  </a:cubicBezTo>
                  <a:cubicBezTo>
                    <a:pt x="1772" y="367"/>
                    <a:pt x="1152" y="0"/>
                    <a:pt x="540" y="0"/>
                  </a:cubicBez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70;p47">
              <a:extLst>
                <a:ext uri="{FF2B5EF4-FFF2-40B4-BE49-F238E27FC236}">
                  <a16:creationId xmlns:a16="http://schemas.microsoft.com/office/drawing/2014/main" id="{6142A6F5-3AAF-A14D-4B9D-499EDE9BF893}"/>
                </a:ext>
              </a:extLst>
            </p:cNvPr>
            <p:cNvSpPr/>
            <p:nvPr/>
          </p:nvSpPr>
          <p:spPr>
            <a:xfrm>
              <a:off x="8099101" y="807311"/>
              <a:ext cx="388448" cy="577645"/>
            </a:xfrm>
            <a:custGeom>
              <a:avLst/>
              <a:gdLst/>
              <a:ahLst/>
              <a:cxnLst/>
              <a:rect l="l" t="t" r="r" b="b"/>
              <a:pathLst>
                <a:path w="3675" h="5875" extrusionOk="0">
                  <a:moveTo>
                    <a:pt x="1696" y="1"/>
                  </a:moveTo>
                  <a:lnTo>
                    <a:pt x="0" y="5801"/>
                  </a:lnTo>
                  <a:lnTo>
                    <a:pt x="713" y="5874"/>
                  </a:lnTo>
                  <a:lnTo>
                    <a:pt x="3674" y="185"/>
                  </a:lnTo>
                  <a:lnTo>
                    <a:pt x="1696" y="1"/>
                  </a:ln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71;p47">
              <a:extLst>
                <a:ext uri="{FF2B5EF4-FFF2-40B4-BE49-F238E27FC236}">
                  <a16:creationId xmlns:a16="http://schemas.microsoft.com/office/drawing/2014/main" id="{05DB1CFB-DDB3-CE6A-6E97-BE24A298094F}"/>
                </a:ext>
              </a:extLst>
            </p:cNvPr>
            <p:cNvSpPr/>
            <p:nvPr/>
          </p:nvSpPr>
          <p:spPr>
            <a:xfrm>
              <a:off x="8119924" y="1156458"/>
              <a:ext cx="1270303" cy="1284387"/>
            </a:xfrm>
            <a:custGeom>
              <a:avLst/>
              <a:gdLst/>
              <a:ahLst/>
              <a:cxnLst/>
              <a:rect l="l" t="t" r="r" b="b"/>
              <a:pathLst>
                <a:path w="12018" h="13063" extrusionOk="0">
                  <a:moveTo>
                    <a:pt x="7729" y="0"/>
                  </a:moveTo>
                  <a:cubicBezTo>
                    <a:pt x="7729" y="0"/>
                    <a:pt x="7729" y="0"/>
                    <a:pt x="7729" y="1"/>
                  </a:cubicBezTo>
                  <a:cubicBezTo>
                    <a:pt x="7729" y="112"/>
                    <a:pt x="1597" y="1328"/>
                    <a:pt x="1597" y="1328"/>
                  </a:cubicBezTo>
                  <a:lnTo>
                    <a:pt x="0" y="13063"/>
                  </a:lnTo>
                  <a:lnTo>
                    <a:pt x="12017" y="12018"/>
                  </a:lnTo>
                  <a:cubicBezTo>
                    <a:pt x="12017" y="12018"/>
                    <a:pt x="7772" y="0"/>
                    <a:pt x="7729" y="0"/>
                  </a:cubicBezTo>
                  <a:close/>
                </a:path>
              </a:pathLst>
            </a:custGeom>
            <a:solidFill>
              <a:srgbClr val="003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72;p47">
              <a:extLst>
                <a:ext uri="{FF2B5EF4-FFF2-40B4-BE49-F238E27FC236}">
                  <a16:creationId xmlns:a16="http://schemas.microsoft.com/office/drawing/2014/main" id="{48E09646-A003-07ED-18E2-BF1405B07B62}"/>
                </a:ext>
              </a:extLst>
            </p:cNvPr>
            <p:cNvSpPr/>
            <p:nvPr/>
          </p:nvSpPr>
          <p:spPr>
            <a:xfrm>
              <a:off x="7977017" y="1512880"/>
              <a:ext cx="39109" cy="147484"/>
            </a:xfrm>
            <a:custGeom>
              <a:avLst/>
              <a:gdLst/>
              <a:ahLst/>
              <a:cxnLst/>
              <a:rect l="l" t="t" r="r" b="b"/>
              <a:pathLst>
                <a:path w="370" h="1500" extrusionOk="0">
                  <a:moveTo>
                    <a:pt x="0" y="1"/>
                  </a:moveTo>
                  <a:lnTo>
                    <a:pt x="0" y="1500"/>
                  </a:lnTo>
                  <a:lnTo>
                    <a:pt x="369" y="1500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73;p47">
              <a:extLst>
                <a:ext uri="{FF2B5EF4-FFF2-40B4-BE49-F238E27FC236}">
                  <a16:creationId xmlns:a16="http://schemas.microsoft.com/office/drawing/2014/main" id="{CAF46477-83A1-2588-64A8-AD3C17A44CDA}"/>
                </a:ext>
              </a:extLst>
            </p:cNvPr>
            <p:cNvSpPr/>
            <p:nvPr/>
          </p:nvSpPr>
          <p:spPr>
            <a:xfrm>
              <a:off x="8209452" y="1512880"/>
              <a:ext cx="39109" cy="147484"/>
            </a:xfrm>
            <a:custGeom>
              <a:avLst/>
              <a:gdLst/>
              <a:ahLst/>
              <a:cxnLst/>
              <a:rect l="l" t="t" r="r" b="b"/>
              <a:pathLst>
                <a:path w="370" h="1500" extrusionOk="0">
                  <a:moveTo>
                    <a:pt x="1" y="1"/>
                  </a:moveTo>
                  <a:lnTo>
                    <a:pt x="1" y="1500"/>
                  </a:lnTo>
                  <a:lnTo>
                    <a:pt x="370" y="1500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74;p47">
              <a:extLst>
                <a:ext uri="{FF2B5EF4-FFF2-40B4-BE49-F238E27FC236}">
                  <a16:creationId xmlns:a16="http://schemas.microsoft.com/office/drawing/2014/main" id="{BD09FE49-F3A8-88F5-9A1E-263062C9A09F}"/>
                </a:ext>
              </a:extLst>
            </p:cNvPr>
            <p:cNvSpPr/>
            <p:nvPr/>
          </p:nvSpPr>
          <p:spPr>
            <a:xfrm>
              <a:off x="7765300" y="3040041"/>
              <a:ext cx="106651" cy="196940"/>
            </a:xfrm>
            <a:custGeom>
              <a:avLst/>
              <a:gdLst/>
              <a:ahLst/>
              <a:cxnLst/>
              <a:rect l="l" t="t" r="r" b="b"/>
              <a:pathLst>
                <a:path w="1009" h="2003" extrusionOk="0">
                  <a:moveTo>
                    <a:pt x="431" y="0"/>
                  </a:moveTo>
                  <a:cubicBezTo>
                    <a:pt x="197" y="0"/>
                    <a:pt x="1" y="184"/>
                    <a:pt x="1" y="430"/>
                  </a:cubicBezTo>
                  <a:lnTo>
                    <a:pt x="1" y="1573"/>
                  </a:lnTo>
                  <a:cubicBezTo>
                    <a:pt x="1" y="1806"/>
                    <a:pt x="197" y="2003"/>
                    <a:pt x="431" y="2003"/>
                  </a:cubicBezTo>
                  <a:lnTo>
                    <a:pt x="578" y="2003"/>
                  </a:lnTo>
                  <a:cubicBezTo>
                    <a:pt x="812" y="2003"/>
                    <a:pt x="1008" y="1806"/>
                    <a:pt x="1008" y="1573"/>
                  </a:cubicBezTo>
                  <a:lnTo>
                    <a:pt x="1008" y="430"/>
                  </a:lnTo>
                  <a:cubicBezTo>
                    <a:pt x="1008" y="184"/>
                    <a:pt x="812" y="0"/>
                    <a:pt x="578" y="0"/>
                  </a:cubicBezTo>
                  <a:close/>
                </a:path>
              </a:pathLst>
            </a:custGeom>
            <a:solidFill>
              <a:srgbClr val="807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75;p47">
              <a:extLst>
                <a:ext uri="{FF2B5EF4-FFF2-40B4-BE49-F238E27FC236}">
                  <a16:creationId xmlns:a16="http://schemas.microsoft.com/office/drawing/2014/main" id="{586C0F44-4974-BC77-18C9-C18038194DEF}"/>
                </a:ext>
              </a:extLst>
            </p:cNvPr>
            <p:cNvSpPr/>
            <p:nvPr/>
          </p:nvSpPr>
          <p:spPr>
            <a:xfrm>
              <a:off x="8355001" y="3040041"/>
              <a:ext cx="105277" cy="196940"/>
            </a:xfrm>
            <a:custGeom>
              <a:avLst/>
              <a:gdLst/>
              <a:ahLst/>
              <a:cxnLst/>
              <a:rect l="l" t="t" r="r" b="b"/>
              <a:pathLst>
                <a:path w="996" h="2003" extrusionOk="0">
                  <a:moveTo>
                    <a:pt x="418" y="0"/>
                  </a:moveTo>
                  <a:cubicBezTo>
                    <a:pt x="184" y="0"/>
                    <a:pt x="0" y="184"/>
                    <a:pt x="0" y="430"/>
                  </a:cubicBezTo>
                  <a:lnTo>
                    <a:pt x="0" y="1573"/>
                  </a:lnTo>
                  <a:cubicBezTo>
                    <a:pt x="0" y="1806"/>
                    <a:pt x="184" y="2003"/>
                    <a:pt x="418" y="2003"/>
                  </a:cubicBezTo>
                  <a:lnTo>
                    <a:pt x="565" y="2003"/>
                  </a:lnTo>
                  <a:cubicBezTo>
                    <a:pt x="811" y="2003"/>
                    <a:pt x="995" y="1806"/>
                    <a:pt x="995" y="1573"/>
                  </a:cubicBezTo>
                  <a:lnTo>
                    <a:pt x="995" y="430"/>
                  </a:lnTo>
                  <a:cubicBezTo>
                    <a:pt x="995" y="184"/>
                    <a:pt x="811" y="0"/>
                    <a:pt x="565" y="0"/>
                  </a:cubicBezTo>
                  <a:close/>
                </a:path>
              </a:pathLst>
            </a:custGeom>
            <a:solidFill>
              <a:srgbClr val="807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76;p47">
              <a:extLst>
                <a:ext uri="{FF2B5EF4-FFF2-40B4-BE49-F238E27FC236}">
                  <a16:creationId xmlns:a16="http://schemas.microsoft.com/office/drawing/2014/main" id="{0C0C595C-A0BA-87C0-15A5-72CB96B3FA8D}"/>
                </a:ext>
              </a:extLst>
            </p:cNvPr>
            <p:cNvSpPr/>
            <p:nvPr/>
          </p:nvSpPr>
          <p:spPr>
            <a:xfrm>
              <a:off x="7547135" y="1620446"/>
              <a:ext cx="1131307" cy="1498140"/>
            </a:xfrm>
            <a:custGeom>
              <a:avLst/>
              <a:gdLst/>
              <a:ahLst/>
              <a:cxnLst/>
              <a:rect l="l" t="t" r="r" b="b"/>
              <a:pathLst>
                <a:path w="10703" h="15237" extrusionOk="0">
                  <a:moveTo>
                    <a:pt x="0" y="0"/>
                  </a:moveTo>
                  <a:lnTo>
                    <a:pt x="0" y="15237"/>
                  </a:lnTo>
                  <a:lnTo>
                    <a:pt x="10703" y="15237"/>
                  </a:lnTo>
                  <a:lnTo>
                    <a:pt x="10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77;p47">
              <a:extLst>
                <a:ext uri="{FF2B5EF4-FFF2-40B4-BE49-F238E27FC236}">
                  <a16:creationId xmlns:a16="http://schemas.microsoft.com/office/drawing/2014/main" id="{3A018BE8-AA78-62BA-8412-D1E9EA03C811}"/>
                </a:ext>
              </a:extLst>
            </p:cNvPr>
            <p:cNvSpPr/>
            <p:nvPr/>
          </p:nvSpPr>
          <p:spPr>
            <a:xfrm>
              <a:off x="7814662" y="1868123"/>
              <a:ext cx="28645" cy="1045070"/>
            </a:xfrm>
            <a:custGeom>
              <a:avLst/>
              <a:gdLst/>
              <a:ahLst/>
              <a:cxnLst/>
              <a:rect l="l" t="t" r="r" b="b"/>
              <a:pathLst>
                <a:path w="271" h="10629" extrusionOk="0">
                  <a:moveTo>
                    <a:pt x="111" y="0"/>
                  </a:moveTo>
                  <a:cubicBezTo>
                    <a:pt x="50" y="0"/>
                    <a:pt x="1" y="62"/>
                    <a:pt x="1" y="123"/>
                  </a:cubicBezTo>
                  <a:lnTo>
                    <a:pt x="1" y="10518"/>
                  </a:lnTo>
                  <a:cubicBezTo>
                    <a:pt x="1" y="10580"/>
                    <a:pt x="50" y="10629"/>
                    <a:pt x="111" y="10629"/>
                  </a:cubicBezTo>
                  <a:lnTo>
                    <a:pt x="160" y="10629"/>
                  </a:lnTo>
                  <a:cubicBezTo>
                    <a:pt x="222" y="10629"/>
                    <a:pt x="271" y="10580"/>
                    <a:pt x="271" y="10518"/>
                  </a:cubicBezTo>
                  <a:lnTo>
                    <a:pt x="271" y="123"/>
                  </a:lnTo>
                  <a:cubicBezTo>
                    <a:pt x="271" y="62"/>
                    <a:pt x="222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78;p47">
              <a:extLst>
                <a:ext uri="{FF2B5EF4-FFF2-40B4-BE49-F238E27FC236}">
                  <a16:creationId xmlns:a16="http://schemas.microsoft.com/office/drawing/2014/main" id="{C428D03A-063C-5757-4CFD-788206DD426F}"/>
                </a:ext>
              </a:extLst>
            </p:cNvPr>
            <p:cNvSpPr/>
            <p:nvPr/>
          </p:nvSpPr>
          <p:spPr>
            <a:xfrm>
              <a:off x="8097833" y="1868123"/>
              <a:ext cx="29913" cy="1045070"/>
            </a:xfrm>
            <a:custGeom>
              <a:avLst/>
              <a:gdLst/>
              <a:ahLst/>
              <a:cxnLst/>
              <a:rect l="l" t="t" r="r" b="b"/>
              <a:pathLst>
                <a:path w="283" h="10629" extrusionOk="0">
                  <a:moveTo>
                    <a:pt x="123" y="0"/>
                  </a:moveTo>
                  <a:cubicBezTo>
                    <a:pt x="62" y="0"/>
                    <a:pt x="0" y="62"/>
                    <a:pt x="0" y="123"/>
                  </a:cubicBezTo>
                  <a:lnTo>
                    <a:pt x="0" y="10518"/>
                  </a:lnTo>
                  <a:cubicBezTo>
                    <a:pt x="0" y="10580"/>
                    <a:pt x="62" y="10629"/>
                    <a:pt x="123" y="10629"/>
                  </a:cubicBezTo>
                  <a:lnTo>
                    <a:pt x="160" y="10629"/>
                  </a:lnTo>
                  <a:cubicBezTo>
                    <a:pt x="234" y="10629"/>
                    <a:pt x="283" y="10580"/>
                    <a:pt x="283" y="10518"/>
                  </a:cubicBezTo>
                  <a:lnTo>
                    <a:pt x="283" y="123"/>
                  </a:lnTo>
                  <a:cubicBezTo>
                    <a:pt x="283" y="62"/>
                    <a:pt x="234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79;p47">
              <a:extLst>
                <a:ext uri="{FF2B5EF4-FFF2-40B4-BE49-F238E27FC236}">
                  <a16:creationId xmlns:a16="http://schemas.microsoft.com/office/drawing/2014/main" id="{8BDBF7E2-C900-2293-EED9-3A9E6E64AA06}"/>
                </a:ext>
              </a:extLst>
            </p:cNvPr>
            <p:cNvSpPr/>
            <p:nvPr/>
          </p:nvSpPr>
          <p:spPr>
            <a:xfrm>
              <a:off x="8382272" y="1868123"/>
              <a:ext cx="29913" cy="1045070"/>
            </a:xfrm>
            <a:custGeom>
              <a:avLst/>
              <a:gdLst/>
              <a:ahLst/>
              <a:cxnLst/>
              <a:rect l="l" t="t" r="r" b="b"/>
              <a:pathLst>
                <a:path w="283" h="10629" extrusionOk="0">
                  <a:moveTo>
                    <a:pt x="123" y="0"/>
                  </a:moveTo>
                  <a:cubicBezTo>
                    <a:pt x="49" y="0"/>
                    <a:pt x="0" y="62"/>
                    <a:pt x="0" y="123"/>
                  </a:cubicBezTo>
                  <a:lnTo>
                    <a:pt x="0" y="10518"/>
                  </a:lnTo>
                  <a:cubicBezTo>
                    <a:pt x="0" y="10580"/>
                    <a:pt x="49" y="10629"/>
                    <a:pt x="123" y="10629"/>
                  </a:cubicBezTo>
                  <a:lnTo>
                    <a:pt x="160" y="10629"/>
                  </a:lnTo>
                  <a:cubicBezTo>
                    <a:pt x="221" y="10629"/>
                    <a:pt x="283" y="10580"/>
                    <a:pt x="283" y="10518"/>
                  </a:cubicBezTo>
                  <a:lnTo>
                    <a:pt x="283" y="123"/>
                  </a:lnTo>
                  <a:cubicBezTo>
                    <a:pt x="283" y="62"/>
                    <a:pt x="221" y="0"/>
                    <a:pt x="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80;p47">
              <a:extLst>
                <a:ext uri="{FF2B5EF4-FFF2-40B4-BE49-F238E27FC236}">
                  <a16:creationId xmlns:a16="http://schemas.microsoft.com/office/drawing/2014/main" id="{3C97843E-C43D-E8B0-1CF8-219C205E7A0F}"/>
                </a:ext>
              </a:extLst>
            </p:cNvPr>
            <p:cNvSpPr/>
            <p:nvPr/>
          </p:nvSpPr>
          <p:spPr>
            <a:xfrm>
              <a:off x="7914654" y="1482695"/>
              <a:ext cx="396269" cy="33921"/>
            </a:xfrm>
            <a:custGeom>
              <a:avLst/>
              <a:gdLst/>
              <a:ahLst/>
              <a:cxnLst/>
              <a:rect l="l" t="t" r="r" b="b"/>
              <a:pathLst>
                <a:path w="3749" h="345" extrusionOk="0">
                  <a:moveTo>
                    <a:pt x="1" y="1"/>
                  </a:moveTo>
                  <a:lnTo>
                    <a:pt x="1" y="345"/>
                  </a:lnTo>
                  <a:lnTo>
                    <a:pt x="3748" y="345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81;p47">
              <a:extLst>
                <a:ext uri="{FF2B5EF4-FFF2-40B4-BE49-F238E27FC236}">
                  <a16:creationId xmlns:a16="http://schemas.microsoft.com/office/drawing/2014/main" id="{6944E3F8-9EFB-346F-5C41-BA0896D43F9D}"/>
                </a:ext>
              </a:extLst>
            </p:cNvPr>
            <p:cNvSpPr/>
            <p:nvPr/>
          </p:nvSpPr>
          <p:spPr>
            <a:xfrm>
              <a:off x="8032827" y="1335308"/>
              <a:ext cx="148191" cy="193105"/>
            </a:xfrm>
            <a:custGeom>
              <a:avLst/>
              <a:gdLst/>
              <a:ahLst/>
              <a:cxnLst/>
              <a:rect l="l" t="t" r="r" b="b"/>
              <a:pathLst>
                <a:path w="1402" h="1964" extrusionOk="0">
                  <a:moveTo>
                    <a:pt x="1018" y="0"/>
                  </a:moveTo>
                  <a:cubicBezTo>
                    <a:pt x="768" y="0"/>
                    <a:pt x="446" y="319"/>
                    <a:pt x="234" y="775"/>
                  </a:cubicBezTo>
                  <a:cubicBezTo>
                    <a:pt x="1" y="1303"/>
                    <a:pt x="13" y="1831"/>
                    <a:pt x="271" y="1942"/>
                  </a:cubicBezTo>
                  <a:cubicBezTo>
                    <a:pt x="303" y="1956"/>
                    <a:pt x="338" y="1963"/>
                    <a:pt x="374" y="1963"/>
                  </a:cubicBezTo>
                  <a:cubicBezTo>
                    <a:pt x="619" y="1963"/>
                    <a:pt x="953" y="1652"/>
                    <a:pt x="1156" y="1192"/>
                  </a:cubicBezTo>
                  <a:cubicBezTo>
                    <a:pt x="1402" y="652"/>
                    <a:pt x="1377" y="136"/>
                    <a:pt x="1131" y="25"/>
                  </a:cubicBezTo>
                  <a:cubicBezTo>
                    <a:pt x="1096" y="8"/>
                    <a:pt x="1058" y="0"/>
                    <a:pt x="1018" y="0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82;p47">
              <a:extLst>
                <a:ext uri="{FF2B5EF4-FFF2-40B4-BE49-F238E27FC236}">
                  <a16:creationId xmlns:a16="http://schemas.microsoft.com/office/drawing/2014/main" id="{6DB8BD24-8C4B-3B9C-5F18-9F1B93221326}"/>
                </a:ext>
              </a:extLst>
            </p:cNvPr>
            <p:cNvSpPr/>
            <p:nvPr/>
          </p:nvSpPr>
          <p:spPr>
            <a:xfrm>
              <a:off x="8267904" y="191216"/>
              <a:ext cx="757340" cy="1089807"/>
            </a:xfrm>
            <a:custGeom>
              <a:avLst/>
              <a:gdLst/>
              <a:ahLst/>
              <a:cxnLst/>
              <a:rect l="l" t="t" r="r" b="b"/>
              <a:pathLst>
                <a:path w="7165" h="11084" extrusionOk="0">
                  <a:moveTo>
                    <a:pt x="4375" y="0"/>
                  </a:moveTo>
                  <a:lnTo>
                    <a:pt x="1" y="799"/>
                  </a:lnTo>
                  <a:lnTo>
                    <a:pt x="50" y="11084"/>
                  </a:lnTo>
                  <a:lnTo>
                    <a:pt x="7164" y="10654"/>
                  </a:lnTo>
                  <a:lnTo>
                    <a:pt x="4375" y="0"/>
                  </a:lnTo>
                  <a:close/>
                </a:path>
              </a:pathLst>
            </a:custGeom>
            <a:solidFill>
              <a:srgbClr val="60C2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1983;p47">
              <a:extLst>
                <a:ext uri="{FF2B5EF4-FFF2-40B4-BE49-F238E27FC236}">
                  <a16:creationId xmlns:a16="http://schemas.microsoft.com/office/drawing/2014/main" id="{C8C42B38-92C6-E027-D23C-28AF66C0825C}"/>
                </a:ext>
              </a:extLst>
            </p:cNvPr>
            <p:cNvSpPr/>
            <p:nvPr/>
          </p:nvSpPr>
          <p:spPr>
            <a:xfrm>
              <a:off x="8447171" y="-263038"/>
              <a:ext cx="311815" cy="376968"/>
            </a:xfrm>
            <a:custGeom>
              <a:avLst/>
              <a:gdLst/>
              <a:ahLst/>
              <a:cxnLst/>
              <a:rect l="l" t="t" r="r" b="b"/>
              <a:pathLst>
                <a:path w="2950" h="3834" extrusionOk="0">
                  <a:moveTo>
                    <a:pt x="2274" y="0"/>
                  </a:moveTo>
                  <a:lnTo>
                    <a:pt x="713" y="381"/>
                  </a:lnTo>
                  <a:lnTo>
                    <a:pt x="480" y="996"/>
                  </a:lnTo>
                  <a:cubicBezTo>
                    <a:pt x="480" y="996"/>
                    <a:pt x="1" y="3834"/>
                    <a:pt x="37" y="3834"/>
                  </a:cubicBezTo>
                  <a:cubicBezTo>
                    <a:pt x="87" y="3834"/>
                    <a:pt x="2949" y="3736"/>
                    <a:pt x="2949" y="3736"/>
                  </a:cubicBezTo>
                  <a:lnTo>
                    <a:pt x="2274" y="0"/>
                  </a:lnTo>
                  <a:close/>
                </a:path>
              </a:pathLst>
            </a:custGeom>
            <a:solidFill>
              <a:srgbClr val="9E5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84;p47">
              <a:extLst>
                <a:ext uri="{FF2B5EF4-FFF2-40B4-BE49-F238E27FC236}">
                  <a16:creationId xmlns:a16="http://schemas.microsoft.com/office/drawing/2014/main" id="{CE8E147D-55D8-4132-1B6F-4D49E30B628B}"/>
                </a:ext>
              </a:extLst>
            </p:cNvPr>
            <p:cNvSpPr/>
            <p:nvPr/>
          </p:nvSpPr>
          <p:spPr>
            <a:xfrm>
              <a:off x="8434170" y="-235311"/>
              <a:ext cx="84560" cy="77478"/>
            </a:xfrm>
            <a:custGeom>
              <a:avLst/>
              <a:gdLst/>
              <a:ahLst/>
              <a:cxnLst/>
              <a:rect l="l" t="t" r="r" b="b"/>
              <a:pathLst>
                <a:path w="800" h="788" extrusionOk="0">
                  <a:moveTo>
                    <a:pt x="394" y="1"/>
                  </a:moveTo>
                  <a:cubicBezTo>
                    <a:pt x="185" y="1"/>
                    <a:pt x="1" y="173"/>
                    <a:pt x="1" y="394"/>
                  </a:cubicBezTo>
                  <a:cubicBezTo>
                    <a:pt x="1" y="603"/>
                    <a:pt x="185" y="787"/>
                    <a:pt x="394" y="787"/>
                  </a:cubicBezTo>
                  <a:cubicBezTo>
                    <a:pt x="615" y="787"/>
                    <a:pt x="799" y="603"/>
                    <a:pt x="799" y="394"/>
                  </a:cubicBezTo>
                  <a:cubicBezTo>
                    <a:pt x="799" y="173"/>
                    <a:pt x="615" y="1"/>
                    <a:pt x="394" y="1"/>
                  </a:cubicBezTo>
                  <a:close/>
                </a:path>
              </a:pathLst>
            </a:custGeom>
            <a:solidFill>
              <a:srgbClr val="F39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85;p47">
              <a:extLst>
                <a:ext uri="{FF2B5EF4-FFF2-40B4-BE49-F238E27FC236}">
                  <a16:creationId xmlns:a16="http://schemas.microsoft.com/office/drawing/2014/main" id="{B11EA90C-5C52-C647-8F28-D6859424AAA5}"/>
                </a:ext>
              </a:extLst>
            </p:cNvPr>
            <p:cNvSpPr/>
            <p:nvPr/>
          </p:nvSpPr>
          <p:spPr>
            <a:xfrm>
              <a:off x="8257545" y="-426157"/>
              <a:ext cx="453347" cy="131752"/>
            </a:xfrm>
            <a:custGeom>
              <a:avLst/>
              <a:gdLst/>
              <a:ahLst/>
              <a:cxnLst/>
              <a:rect l="l" t="t" r="r" b="b"/>
              <a:pathLst>
                <a:path w="4289" h="1340" extrusionOk="0">
                  <a:moveTo>
                    <a:pt x="369" y="0"/>
                  </a:moveTo>
                  <a:lnTo>
                    <a:pt x="1" y="1340"/>
                  </a:lnTo>
                  <a:lnTo>
                    <a:pt x="4289" y="1340"/>
                  </a:lnTo>
                  <a:lnTo>
                    <a:pt x="39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86;p47">
              <a:extLst>
                <a:ext uri="{FF2B5EF4-FFF2-40B4-BE49-F238E27FC236}">
                  <a16:creationId xmlns:a16="http://schemas.microsoft.com/office/drawing/2014/main" id="{84BB367E-94FA-4646-3BFC-D10E4524FB94}"/>
                </a:ext>
              </a:extLst>
            </p:cNvPr>
            <p:cNvSpPr/>
            <p:nvPr/>
          </p:nvSpPr>
          <p:spPr>
            <a:xfrm>
              <a:off x="8130282" y="-294502"/>
              <a:ext cx="702694" cy="52111"/>
            </a:xfrm>
            <a:custGeom>
              <a:avLst/>
              <a:gdLst/>
              <a:ahLst/>
              <a:cxnLst/>
              <a:rect l="l" t="t" r="r" b="b"/>
              <a:pathLst>
                <a:path w="6648" h="530" extrusionOk="0">
                  <a:moveTo>
                    <a:pt x="1205" y="1"/>
                  </a:moveTo>
                  <a:lnTo>
                    <a:pt x="0" y="505"/>
                  </a:lnTo>
                  <a:lnTo>
                    <a:pt x="6648" y="529"/>
                  </a:lnTo>
                  <a:lnTo>
                    <a:pt x="6648" y="529"/>
                  </a:lnTo>
                  <a:lnTo>
                    <a:pt x="5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87;p47">
              <a:extLst>
                <a:ext uri="{FF2B5EF4-FFF2-40B4-BE49-F238E27FC236}">
                  <a16:creationId xmlns:a16="http://schemas.microsoft.com/office/drawing/2014/main" id="{05CAA8A0-B2E1-AF28-7365-51B4AFD93C50}"/>
                </a:ext>
              </a:extLst>
            </p:cNvPr>
            <p:cNvSpPr/>
            <p:nvPr/>
          </p:nvSpPr>
          <p:spPr>
            <a:xfrm>
              <a:off x="8257545" y="-330685"/>
              <a:ext cx="453347" cy="36281"/>
            </a:xfrm>
            <a:custGeom>
              <a:avLst/>
              <a:gdLst/>
              <a:ahLst/>
              <a:cxnLst/>
              <a:rect l="l" t="t" r="r" b="b"/>
              <a:pathLst>
                <a:path w="4289" h="369" extrusionOk="0">
                  <a:moveTo>
                    <a:pt x="62" y="0"/>
                  </a:moveTo>
                  <a:lnTo>
                    <a:pt x="1" y="369"/>
                  </a:lnTo>
                  <a:lnTo>
                    <a:pt x="4289" y="369"/>
                  </a:lnTo>
                  <a:lnTo>
                    <a:pt x="4227" y="0"/>
                  </a:lnTo>
                  <a:close/>
                </a:path>
              </a:pathLst>
            </a:custGeom>
            <a:solidFill>
              <a:srgbClr val="C337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88;p47">
              <a:extLst>
                <a:ext uri="{FF2B5EF4-FFF2-40B4-BE49-F238E27FC236}">
                  <a16:creationId xmlns:a16="http://schemas.microsoft.com/office/drawing/2014/main" id="{8934C3B4-871B-403F-6CB2-CEFCEEB90F52}"/>
                </a:ext>
              </a:extLst>
            </p:cNvPr>
            <p:cNvSpPr/>
            <p:nvPr/>
          </p:nvSpPr>
          <p:spPr>
            <a:xfrm>
              <a:off x="8095190" y="628559"/>
              <a:ext cx="428719" cy="749119"/>
            </a:xfrm>
            <a:custGeom>
              <a:avLst/>
              <a:gdLst/>
              <a:ahLst/>
              <a:cxnLst/>
              <a:rect l="l" t="t" r="r" b="b"/>
              <a:pathLst>
                <a:path w="4056" h="7619" extrusionOk="0">
                  <a:moveTo>
                    <a:pt x="1647" y="0"/>
                  </a:moveTo>
                  <a:cubicBezTo>
                    <a:pt x="1623" y="13"/>
                    <a:pt x="1" y="7275"/>
                    <a:pt x="1" y="7275"/>
                  </a:cubicBezTo>
                  <a:lnTo>
                    <a:pt x="885" y="7619"/>
                  </a:lnTo>
                  <a:lnTo>
                    <a:pt x="4055" y="1942"/>
                  </a:lnTo>
                  <a:cubicBezTo>
                    <a:pt x="4055" y="1942"/>
                    <a:pt x="1684" y="0"/>
                    <a:pt x="1647" y="0"/>
                  </a:cubicBezTo>
                  <a:close/>
                </a:path>
              </a:pathLst>
            </a:custGeom>
            <a:solidFill>
              <a:srgbClr val="60C2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89;p47">
              <a:extLst>
                <a:ext uri="{FF2B5EF4-FFF2-40B4-BE49-F238E27FC236}">
                  <a16:creationId xmlns:a16="http://schemas.microsoft.com/office/drawing/2014/main" id="{D2BF62E8-89FA-B6AD-D481-FF06A5CECAA6}"/>
                </a:ext>
              </a:extLst>
            </p:cNvPr>
            <p:cNvSpPr/>
            <p:nvPr/>
          </p:nvSpPr>
          <p:spPr>
            <a:xfrm>
              <a:off x="8266636" y="377244"/>
              <a:ext cx="243004" cy="839772"/>
            </a:xfrm>
            <a:custGeom>
              <a:avLst/>
              <a:gdLst/>
              <a:ahLst/>
              <a:cxnLst/>
              <a:rect l="l" t="t" r="r" b="b"/>
              <a:pathLst>
                <a:path w="2299" h="8541" fill="none" extrusionOk="0">
                  <a:moveTo>
                    <a:pt x="1" y="8540"/>
                  </a:moveTo>
                  <a:cubicBezTo>
                    <a:pt x="160" y="8356"/>
                    <a:pt x="2298" y="2925"/>
                    <a:pt x="2298" y="2925"/>
                  </a:cubicBezTo>
                  <a:lnTo>
                    <a:pt x="1795" y="1"/>
                  </a:lnTo>
                </a:path>
              </a:pathLst>
            </a:custGeom>
            <a:noFill/>
            <a:ln w="4000" cap="flat" cmpd="sng">
              <a:solidFill>
                <a:schemeClr val="dk1"/>
              </a:solidFill>
              <a:prstDash val="solid"/>
              <a:miter lim="122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1876;p45">
            <a:extLst>
              <a:ext uri="{FF2B5EF4-FFF2-40B4-BE49-F238E27FC236}">
                <a16:creationId xmlns:a16="http://schemas.microsoft.com/office/drawing/2014/main" id="{FC3AFD63-3783-C706-F348-99E6E06409E6}"/>
              </a:ext>
            </a:extLst>
          </p:cNvPr>
          <p:cNvSpPr txBox="1">
            <a:spLocks/>
          </p:cNvSpPr>
          <p:nvPr/>
        </p:nvSpPr>
        <p:spPr>
          <a:xfrm>
            <a:off x="722375" y="46634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46191"/>
      </p:ext>
    </p:extLst>
  </p:cSld>
  <p:clrMapOvr>
    <a:masterClrMapping/>
  </p:clrMapOvr>
</p:sld>
</file>

<file path=ppt/theme/theme1.xml><?xml version="1.0" encoding="utf-8"?>
<a:theme xmlns:a="http://schemas.openxmlformats.org/drawingml/2006/main" name="Middle East Airline Business Plan by Slidesgo">
  <a:themeElements>
    <a:clrScheme name="Simple Light">
      <a:dk1>
        <a:srgbClr val="0D0F1F"/>
      </a:dk1>
      <a:lt1>
        <a:srgbClr val="5C0632"/>
      </a:lt1>
      <a:dk2>
        <a:srgbClr val="F9E4E9"/>
      </a:dk2>
      <a:lt2>
        <a:srgbClr val="B82671"/>
      </a:lt2>
      <a:accent1>
        <a:srgbClr val="9F8285"/>
      </a:accent1>
      <a:accent2>
        <a:srgbClr val="FBC249"/>
      </a:accent2>
      <a:accent3>
        <a:srgbClr val="747F8A"/>
      </a:accent3>
      <a:accent4>
        <a:srgbClr val="DECED9"/>
      </a:accent4>
      <a:accent5>
        <a:srgbClr val="FFFFFF"/>
      </a:accent5>
      <a:accent6>
        <a:srgbClr val="FFFFFF"/>
      </a:accent6>
      <a:hlink>
        <a:srgbClr val="0D0F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461</Words>
  <Application>Microsoft Office PowerPoint</Application>
  <PresentationFormat>Экран (16:9)</PresentationFormat>
  <Paragraphs>111</Paragraphs>
  <Slides>25</Slides>
  <Notes>13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DM Sans</vt:lpstr>
      <vt:lpstr>Aboreto</vt:lpstr>
      <vt:lpstr>Arial</vt:lpstr>
      <vt:lpstr>Times New Roman</vt:lpstr>
      <vt:lpstr>Open Sans</vt:lpstr>
      <vt:lpstr>Middle East Airline Business Plan by Slidesgo</vt:lpstr>
      <vt:lpstr> Автоматизированная система бронирования авиабилетов</vt:lpstr>
      <vt:lpstr>Цель и задачи</vt:lpstr>
      <vt:lpstr>Анализ предметной области</vt:lpstr>
      <vt:lpstr>Описание предметной области</vt:lpstr>
      <vt:lpstr>Описание предметной области</vt:lpstr>
      <vt:lpstr>Aviasales</vt:lpstr>
      <vt:lpstr>Skyscanner</vt:lpstr>
      <vt:lpstr>Amadeus</vt:lpstr>
      <vt:lpstr>Диаграмма объектов предметной области</vt:lpstr>
      <vt:lpstr>Проектирование системы</vt:lpstr>
      <vt:lpstr>Структурная схема системы</vt:lpstr>
      <vt:lpstr>Диаграмма вариантов использования</vt:lpstr>
      <vt:lpstr>Диаграмма вариантов использования</vt:lpstr>
      <vt:lpstr>Диаграмма вариантов использования</vt:lpstr>
      <vt:lpstr>Диаграмма состояний</vt:lpstr>
      <vt:lpstr>Диаграмма состояний</vt:lpstr>
      <vt:lpstr>Диаграмма состояний</vt:lpstr>
      <vt:lpstr>Выбор комплекса  программных средств</vt:lpstr>
      <vt:lpstr>Реализация системы</vt:lpstr>
      <vt:lpstr>Диаграмма классов</vt:lpstr>
      <vt:lpstr>Диаграмма развёртывания</vt:lpstr>
      <vt:lpstr>Физическая модель БД</vt:lpstr>
      <vt:lpstr>Демонстрация работы системы</vt:lpstr>
      <vt:lpstr>Итоги работы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 EAST AIRLINE  BUSINESS PLAN</dc:title>
  <cp:lastModifiedBy>Анатолий Козлов</cp:lastModifiedBy>
  <cp:revision>10</cp:revision>
  <dcterms:modified xsi:type="dcterms:W3CDTF">2025-06-16T05:42:55Z</dcterms:modified>
</cp:coreProperties>
</file>